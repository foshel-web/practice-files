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Noto Sans Devanagari Medium"/>
      <p:regular r:id="rId201314"/>
    </p:embeddedFont>
    <p:embeddedFont>
      <p:font typeface="Noto Sans Devanagari SemiBold"/>
      <p:regular r:id="rId201315"/>
    </p:embeddedFont>
    <p:embeddedFont>
      <p:font typeface="Noto Sans Devanagari Bold"/>
      <p:regular r:id="rId201316"/>
    </p:embeddedFont>
    <p:embeddedFont>
      <p:font typeface="Noto Sans Devanagari Extra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इस कहानी की शुरुआत किसी विशाल studio से नहीं, एक छोटे handheld screen से हुई। Pokémon ने धीरे-धीरे game, anime, cards और cinema को जोड़कर एक ऐसी भाषा बनाई जिसे दुनिया भर के fans ने अपनाया।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Pokémon को केवल एक game समझना इसकी असली ताकत को छोटा कर देता है। इसका universe अलग-अलग formats में फैलता है, लेकिन हर जगह वही चार impulses लौटते हैं: खोज, संग्रह, training और friendship.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1996 में जापान में Pokémon Red और Pokémon Green ने Game Boy पर शुरुआत की। Device छोटा था, लेकिन उससे खुलने वाली दुनिया बड़ी थी: खिलाड़ी उसे जेब में लेकर adventure पर जा सकते 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mechanic इसलिए काम करता है क्योंकि हर Pokémon interchangeable नहीं लगता। खिलाड़ी केवल progress नहीं कर रहा होता; वह अपनी पसंद, अपनी strategy और अपनी यादों से एक collection बना रहा होता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1997 का TV anime एक निर्णायक बदलाव था। Game में खिलाड़ी खुद आगे बढ़ता था; anime ने दुनिया को आवाज़, संगीत और emotional stakes दिए। अब Pokémon को खेलना ही नहीं, देखना और महसूस करना भी संभव 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 और Pikachu ने Pokémon की दुनिया को एक चेहरा और एक दिल दिया। उनकी partnership में journey, failure और retry जैसे themes दिखे, इसलिए दर्शक adventure को केवल बाहर से नहीं देखते, उसके साथ जुड़ते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1998 में पहली Pokémon movie ने anime की दुनिया को cinema तक पहुँचाया। इससे franchise का scale बढ़ा: वही emotional world अब बड़े पर्दे, बड़े sound और बड़े दर्शक अनुभव में बदल गई।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अमेरिका में entry का क्रम महत्वपूर्ण था। पहले audience ने anime के characters और story को जाना। उसके बाद games और Trading Card Game उस familiar world में वापस जाने के नए रास्ते बने।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reach का अर्थ एक ही अनुभव को जस का तस भेजना नहीं है। अलग-अलग regions में language और cultural context बदलते हैं, लेकिन discovery और friendship जैसी भावनाएँ translation के पार भी समझ में आती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अंत में Pokémon की सबसे टिकाऊ बात पर लौटें। दुनिया बदलती रहती है, नए regions और नए rules आते हैं, लेकिन adventure का ढाँचा पहचानने योग्य रहता है। यही continuity पुराने fans और नए discoverers को एक ही यात्रा में जोड़ती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3A0C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8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3A0C17"/>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3A0C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2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3A0C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457200"/>
            <a:ext cx="11734506"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FFFFFF"/>
                </a:solidFill>
                <a:latin typeface="Noto Sans Devanagari Medium" pitchFamily="34" charset="0"/>
                <a:ea typeface="Noto Sans Devanagari Medium" pitchFamily="34" charset="-122"/>
                <a:cs typeface="Noto Sans Devanagari Medium" pitchFamily="34" charset="-120"/>
              </a:rPr>
              <a:t>एक डॉक्यूमेंट्री यात्रा</a:t>
            </a:r>
            <a:endParaRPr lang="hi-IN" sz="1150" dirty="0"/>
          </a:p>
        </p:txBody>
      </p:sp>
      <p:sp>
        <p:nvSpPr>
          <p:cNvPr id="3" name="Text 1"/>
          <p:cNvSpPr/>
          <p:nvPr/>
        </p:nvSpPr>
        <p:spPr>
          <a:xfrm>
            <a:off x="457189" y="760698"/>
            <a:ext cx="11277318" cy="2653903"/>
          </a:xfrm>
          <a:prstGeom prst="rect">
            <a:avLst/>
          </a:prstGeom>
          <a:noFill/>
          <a:ln/>
        </p:spPr>
        <p:txBody>
          <a:bodyPr wrap="square" lIns="0" tIns="0" rIns="0" bIns="0" rtlCol="0" anchor="t">
            <a:normAutofit/>
          </a:bodyPr>
          <a:lstStyle/>
          <a:p>
            <a:pPr algn="l" indent="0" marL="0">
              <a:lnSpc>
                <a:spcPct val="67000"/>
              </a:lnSpc>
              <a:buNone/>
            </a:pPr>
            <a:r>
              <a:rPr lang="hi-IN" altLang="en-US" sz="8600" spc="-172" kern="100" dirty="0">
                <a:solidFill>
                  <a:srgbClr val="FFFFFF"/>
                </a:solidFill>
                <a:latin typeface="Noto Sans Devanagari ExtraBold" pitchFamily="34" charset="0"/>
                <a:ea typeface="Noto Sans Devanagari ExtraBold" pitchFamily="34" charset="-122"/>
                <a:cs typeface="Noto Sans Devanagari ExtraBold" pitchFamily="34" charset="-120"/>
              </a:rPr>
              <a:t>Pokémon:</a:t>
            </a:r>
            <a:endParaRPr lang="hi-IN" sz="8600" dirty="0"/>
          </a:p>
          <a:p>
            <a:pPr algn="l" indent="0" marL="0">
              <a:lnSpc>
                <a:spcPct val="67000"/>
              </a:lnSpc>
              <a:buNone/>
            </a:pPr>
            <a:r>
              <a:rPr lang="hi-IN" altLang="en-US" sz="8600" spc="-172" kern="100" dirty="0">
                <a:solidFill>
                  <a:srgbClr val="B8F03A"/>
                </a:solidFill>
                <a:latin typeface="Noto Sans Devanagari ExtraBold" pitchFamily="34" charset="0"/>
                <a:ea typeface="Noto Sans Devanagari ExtraBold" pitchFamily="34" charset="-122"/>
                <a:cs typeface="Noto Sans Devanagari ExtraBold" pitchFamily="34" charset="-120"/>
              </a:rPr>
              <a:t>एक खेल से वैश्विक यात्रा तक</a:t>
            </a:r>
            <a:endParaRPr lang="hi-IN" sz="8600" dirty="0"/>
          </a:p>
        </p:txBody>
      </p:sp>
      <p:sp>
        <p:nvSpPr>
          <p:cNvPr id="4" name="Text 2"/>
          <p:cNvSpPr/>
          <p:nvPr/>
        </p:nvSpPr>
        <p:spPr>
          <a:xfrm>
            <a:off x="457189" y="3575447"/>
            <a:ext cx="11734506" cy="332978"/>
          </a:xfrm>
          <a:prstGeom prst="rect">
            <a:avLst/>
          </a:prstGeom>
          <a:noFill/>
          <a:ln/>
        </p:spPr>
        <p:txBody>
          <a:bodyPr wrap="none" lIns="0" tIns="0" rIns="0" bIns="0" rtlCol="0" anchor="t"/>
          <a:lstStyle/>
          <a:p>
            <a:pPr algn="l" indent="0" marL="0">
              <a:lnSpc>
                <a:spcPct val="115000"/>
              </a:lnSpc>
              <a:buNone/>
            </a:pPr>
            <a:r>
              <a:rPr lang="hi-IN" altLang="en-US" sz="1900" dirty="0">
                <a:solidFill>
                  <a:srgbClr val="FFFFFF"/>
                </a:solidFill>
                <a:latin typeface="Noto Sans Devanagari Medium" pitchFamily="34" charset="0"/>
                <a:ea typeface="Noto Sans Devanagari Medium" pitchFamily="34" charset="-122"/>
                <a:cs typeface="Noto Sans Devanagari Medium" pitchFamily="34" charset="-120"/>
              </a:rPr>
              <a:t>एक handheld game से बनी ऐसी दुनिया, जहाँ खोज, संग्रह और दोस्ती साथ चलते हैं।</a:t>
            </a:r>
            <a:endParaRPr lang="hi-IN" sz="1900" dirty="0"/>
          </a:p>
        </p:txBody>
      </p:sp>
      <p:sp>
        <p:nvSpPr>
          <p:cNvPr id="5" name="Text 3"/>
          <p:cNvSpPr/>
          <p:nvPr/>
        </p:nvSpPr>
        <p:spPr>
          <a:xfrm>
            <a:off x="10212132" y="6400800"/>
            <a:ext cx="1979563" cy="149820"/>
          </a:xfrm>
          <a:prstGeom prst="rect">
            <a:avLst/>
          </a:prstGeom>
          <a:noFill/>
          <a:ln/>
        </p:spPr>
        <p:txBody>
          <a:bodyPr wrap="none" lIns="0" tIns="0" rIns="0" bIns="0" rtlCol="0" anchor="t"/>
          <a:lstStyle/>
          <a:p>
            <a:pPr algn="l" indent="0" marL="0">
              <a:lnSpc>
                <a:spcPct val="98000"/>
              </a:lnSpc>
              <a:buNone/>
            </a:pPr>
            <a:r>
              <a:rPr lang="en-US" sz="1000" spc="40" kern="100" dirty="0">
                <a:solidFill>
                  <a:srgbClr val="FFFFFF"/>
                </a:solidFill>
                <a:latin typeface="Noto Sans Devanagari Medium" pitchFamily="34" charset="0"/>
                <a:ea typeface="Noto Sans Devanagari Medium" pitchFamily="34" charset="-122"/>
                <a:cs typeface="Noto Sans Devanagari Medium" pitchFamily="34" charset="-120"/>
              </a:rPr>
              <a:t>MEHZAR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1734506"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B8F03A"/>
                </a:solidFill>
                <a:latin typeface="Noto Sans Devanagari Medium" pitchFamily="34" charset="0"/>
                <a:ea typeface="Noto Sans Devanagari Medium" pitchFamily="34" charset="-122"/>
                <a:cs typeface="Noto Sans Devanagari Medium" pitchFamily="34" charset="-120"/>
              </a:rPr>
              <a:t>परिभाषा</a:t>
            </a:r>
            <a:endParaRPr lang="hi-IN" sz="1150" dirty="0"/>
          </a:p>
        </p:txBody>
      </p:sp>
      <p:sp>
        <p:nvSpPr>
          <p:cNvPr id="3" name="Text 1"/>
          <p:cNvSpPr/>
          <p:nvPr/>
        </p:nvSpPr>
        <p:spPr>
          <a:xfrm>
            <a:off x="457189" y="742220"/>
            <a:ext cx="11277318" cy="596602"/>
          </a:xfrm>
          <a:prstGeom prst="rect">
            <a:avLst/>
          </a:prstGeom>
          <a:noFill/>
          <a:ln/>
        </p:spPr>
        <p:txBody>
          <a:bodyPr wrap="none" lIns="0" tIns="0" rIns="0" bIns="0" rtlCol="0" anchor="t"/>
          <a:lstStyle/>
          <a:p>
            <a:pPr algn="l" indent="0" marL="0">
              <a:lnSpc>
                <a:spcPct val="68000"/>
              </a:lnSpc>
              <a:buNone/>
            </a:pPr>
            <a:r>
              <a:rPr lang="hi-IN" altLang="en-US" sz="5800" spc="-116" kern="100" dirty="0">
                <a:solidFill>
                  <a:srgbClr val="FBF1E4"/>
                </a:solidFill>
                <a:latin typeface="Noto Sans Devanagari ExtraBold" pitchFamily="34" charset="0"/>
                <a:ea typeface="Noto Sans Devanagari ExtraBold" pitchFamily="34" charset="-122"/>
                <a:cs typeface="Noto Sans Devanagari ExtraBold" pitchFamily="34" charset="-120"/>
              </a:rPr>
              <a:t>Pokémon आखिर है क्या?</a:t>
            </a:r>
            <a:endParaRPr lang="hi-IN" sz="5800" dirty="0"/>
          </a:p>
        </p:txBody>
      </p:sp>
      <p:sp>
        <p:nvSpPr>
          <p:cNvPr id="4" name="Text 2"/>
          <p:cNvSpPr/>
          <p:nvPr/>
        </p:nvSpPr>
        <p:spPr>
          <a:xfrm>
            <a:off x="457189" y="1518146"/>
            <a:ext cx="11734506" cy="289123"/>
          </a:xfrm>
          <a:prstGeom prst="rect">
            <a:avLst/>
          </a:prstGeom>
          <a:noFill/>
          <a:ln/>
        </p:spPr>
        <p:txBody>
          <a:bodyPr wrap="none" lIns="0" tIns="0" rIns="0" bIns="0" rtlCol="0" anchor="t"/>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यह एक single product नहीं, एक चलता-फिरता entertainment universe है।</a:t>
            </a:r>
            <a:endParaRPr lang="hi-IN" sz="1650" dirty="0"/>
          </a:p>
        </p:txBody>
      </p:sp>
      <p:sp>
        <p:nvSpPr>
          <p:cNvPr id="5" name="Shape 3"/>
          <p:cNvSpPr/>
          <p:nvPr/>
        </p:nvSpPr>
        <p:spPr>
          <a:xfrm>
            <a:off x="457189" y="2010470"/>
            <a:ext cx="2590735" cy="4038203"/>
          </a:xfrm>
          <a:prstGeom prst="roundRect">
            <a:avLst>
              <a:gd name="adj" fmla="val 441"/>
            </a:avLst>
          </a:prstGeom>
          <a:noFill/>
          <a:ln w="25399">
            <a:solidFill>
              <a:srgbClr val="193499"/>
            </a:solidFill>
            <a:prstDash val="solid"/>
          </a:ln>
        </p:spPr>
      </p:sp>
      <p:sp>
        <p:nvSpPr>
          <p:cNvPr id="6" name="Shape 4"/>
          <p:cNvSpPr/>
          <p:nvPr/>
        </p:nvSpPr>
        <p:spPr>
          <a:xfrm>
            <a:off x="711182" y="2264470"/>
            <a:ext cx="654034" cy="654050"/>
          </a:xfrm>
          <a:prstGeom prst="roundRect">
            <a:avLst>
              <a:gd name="adj" fmla="val 9612"/>
            </a:avLst>
          </a:prstGeom>
          <a:solidFill>
            <a:srgbClr val="2F5BFF"/>
          </a:solidFill>
          <a:ln w="12700">
            <a:solidFill>
              <a:srgbClr val="193499"/>
            </a:solidFill>
            <a:prstDash val="solid"/>
          </a:ln>
        </p:spPr>
      </p:sp>
      <p:pic>
        <p:nvPicPr>
          <p:cNvPr id="7" name="Image 0" descr="preencoded.png">    </p:cNvPr>
          <p:cNvPicPr>
            <a:picLocks noChangeAspect="1"/>
          </p:cNvPicPr>
          <p:nvPr/>
        </p:nvPicPr>
        <p:blipFill>
          <a:blip r:embed="rId1"/>
          <a:stretch>
            <a:fillRect/>
          </a:stretch>
        </p:blipFill>
        <p:spPr>
          <a:xfrm>
            <a:off x="881040" y="2434332"/>
            <a:ext cx="314317" cy="314325"/>
          </a:xfrm>
          <a:prstGeom prst="rect">
            <a:avLst/>
          </a:prstGeom>
        </p:spPr>
      </p:pic>
      <p:sp>
        <p:nvSpPr>
          <p:cNvPr id="8" name="Text 5"/>
          <p:cNvSpPr/>
          <p:nvPr/>
        </p:nvSpPr>
        <p:spPr>
          <a:xfrm>
            <a:off x="711182" y="3039170"/>
            <a:ext cx="2082748"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FBF1E4"/>
                </a:solidFill>
                <a:latin typeface="Noto Sans Devanagari Bold" pitchFamily="34" charset="0"/>
                <a:ea typeface="Noto Sans Devanagari Bold" pitchFamily="34" charset="-122"/>
                <a:cs typeface="Noto Sans Devanagari Bold" pitchFamily="34" charset="-120"/>
              </a:rPr>
              <a:t>गेम</a:t>
            </a:r>
            <a:endParaRPr lang="hi-IN" sz="2600" dirty="0"/>
          </a:p>
        </p:txBody>
      </p:sp>
      <p:sp>
        <p:nvSpPr>
          <p:cNvPr id="9" name="Text 6"/>
          <p:cNvSpPr/>
          <p:nvPr/>
        </p:nvSpPr>
        <p:spPr>
          <a:xfrm>
            <a:off x="711182" y="3551535"/>
            <a:ext cx="2082748" cy="867370"/>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दुनिया में निकलना, Pokémon खोजना और उन्हें train करना।</a:t>
            </a:r>
            <a:endParaRPr lang="hi-IN" sz="1650" dirty="0"/>
          </a:p>
        </p:txBody>
      </p:sp>
      <p:sp>
        <p:nvSpPr>
          <p:cNvPr id="10" name="Shape 7"/>
          <p:cNvSpPr/>
          <p:nvPr/>
        </p:nvSpPr>
        <p:spPr>
          <a:xfrm>
            <a:off x="3352716" y="2010470"/>
            <a:ext cx="2590735" cy="4038203"/>
          </a:xfrm>
          <a:prstGeom prst="roundRect">
            <a:avLst>
              <a:gd name="adj" fmla="val 441"/>
            </a:avLst>
          </a:prstGeom>
          <a:noFill/>
          <a:ln w="25399">
            <a:solidFill>
              <a:srgbClr val="193499"/>
            </a:solidFill>
            <a:prstDash val="solid"/>
          </a:ln>
        </p:spPr>
      </p:sp>
      <p:sp>
        <p:nvSpPr>
          <p:cNvPr id="11" name="Shape 8"/>
          <p:cNvSpPr/>
          <p:nvPr/>
        </p:nvSpPr>
        <p:spPr>
          <a:xfrm>
            <a:off x="3606710" y="2264470"/>
            <a:ext cx="654034" cy="654050"/>
          </a:xfrm>
          <a:prstGeom prst="roundRect">
            <a:avLst>
              <a:gd name="adj" fmla="val 9612"/>
            </a:avLst>
          </a:prstGeom>
          <a:solidFill>
            <a:srgbClr val="2F5BFF"/>
          </a:solidFill>
          <a:ln w="12700">
            <a:solidFill>
              <a:srgbClr val="193499"/>
            </a:solidFill>
            <a:prstDash val="solid"/>
          </a:ln>
        </p:spPr>
      </p:sp>
      <p:pic>
        <p:nvPicPr>
          <p:cNvPr id="12" name="Image 1" descr="preencoded.png">    </p:cNvPr>
          <p:cNvPicPr>
            <a:picLocks noChangeAspect="1"/>
          </p:cNvPicPr>
          <p:nvPr/>
        </p:nvPicPr>
        <p:blipFill>
          <a:blip r:embed="rId2"/>
          <a:stretch>
            <a:fillRect/>
          </a:stretch>
        </p:blipFill>
        <p:spPr>
          <a:xfrm>
            <a:off x="3776568" y="2434332"/>
            <a:ext cx="314317" cy="314325"/>
          </a:xfrm>
          <a:prstGeom prst="rect">
            <a:avLst/>
          </a:prstGeom>
        </p:spPr>
      </p:pic>
      <p:sp>
        <p:nvSpPr>
          <p:cNvPr id="13" name="Text 9"/>
          <p:cNvSpPr/>
          <p:nvPr/>
        </p:nvSpPr>
        <p:spPr>
          <a:xfrm>
            <a:off x="3606710" y="3039170"/>
            <a:ext cx="2082748" cy="363141"/>
          </a:xfrm>
          <a:prstGeom prst="rect">
            <a:avLst/>
          </a:prstGeom>
          <a:noFill/>
          <a:ln/>
        </p:spPr>
        <p:txBody>
          <a:bodyPr wrap="none" lIns="0" tIns="0" rIns="0" bIns="0" rtlCol="0" anchor="t"/>
          <a:lstStyle/>
          <a:p>
            <a:pPr algn="l" indent="0" marL="0">
              <a:lnSpc>
                <a:spcPct val="92000"/>
              </a:lnSpc>
              <a:buNone/>
            </a:pPr>
            <a:r>
              <a:rPr lang="en-US" sz="2600" b="1" spc="-26" kern="100" dirty="0">
                <a:solidFill>
                  <a:srgbClr val="FBF1E4"/>
                </a:solidFill>
                <a:latin typeface="Noto Sans Devanagari Bold" pitchFamily="34" charset="0"/>
                <a:ea typeface="Noto Sans Devanagari Bold" pitchFamily="34" charset="-122"/>
                <a:cs typeface="Noto Sans Devanagari Bold" pitchFamily="34" charset="-120"/>
              </a:rPr>
              <a:t>anime</a:t>
            </a:r>
            <a:endParaRPr lang="en-US" sz="2600" dirty="0"/>
          </a:p>
        </p:txBody>
      </p:sp>
      <p:sp>
        <p:nvSpPr>
          <p:cNvPr id="14" name="Text 10"/>
          <p:cNvSpPr/>
          <p:nvPr/>
        </p:nvSpPr>
        <p:spPr>
          <a:xfrm>
            <a:off x="3606710" y="3551535"/>
            <a:ext cx="2082748" cy="867370"/>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आवाज़, संगीत और कहानी से उसी दुनिया को महसूस करना।</a:t>
            </a:r>
            <a:endParaRPr lang="hi-IN" sz="1650" dirty="0"/>
          </a:p>
        </p:txBody>
      </p:sp>
      <p:sp>
        <p:nvSpPr>
          <p:cNvPr id="15" name="Shape 11"/>
          <p:cNvSpPr/>
          <p:nvPr/>
        </p:nvSpPr>
        <p:spPr>
          <a:xfrm>
            <a:off x="6248244" y="2010470"/>
            <a:ext cx="2590735" cy="4038203"/>
          </a:xfrm>
          <a:prstGeom prst="roundRect">
            <a:avLst>
              <a:gd name="adj" fmla="val 441"/>
            </a:avLst>
          </a:prstGeom>
          <a:noFill/>
          <a:ln w="25399">
            <a:solidFill>
              <a:srgbClr val="193499"/>
            </a:solidFill>
            <a:prstDash val="solid"/>
          </a:ln>
        </p:spPr>
      </p:sp>
      <p:sp>
        <p:nvSpPr>
          <p:cNvPr id="16" name="Shape 12"/>
          <p:cNvSpPr/>
          <p:nvPr/>
        </p:nvSpPr>
        <p:spPr>
          <a:xfrm>
            <a:off x="6502237" y="2264470"/>
            <a:ext cx="654034" cy="654050"/>
          </a:xfrm>
          <a:prstGeom prst="roundRect">
            <a:avLst>
              <a:gd name="adj" fmla="val 9612"/>
            </a:avLst>
          </a:prstGeom>
          <a:solidFill>
            <a:srgbClr val="2F5BFF"/>
          </a:solidFill>
          <a:ln w="12700">
            <a:solidFill>
              <a:srgbClr val="193499"/>
            </a:solidFill>
            <a:prstDash val="solid"/>
          </a:ln>
        </p:spPr>
      </p:sp>
      <p:pic>
        <p:nvPicPr>
          <p:cNvPr id="17" name="Image 2" descr="preencoded.png">    </p:cNvPr>
          <p:cNvPicPr>
            <a:picLocks noChangeAspect="1"/>
          </p:cNvPicPr>
          <p:nvPr/>
        </p:nvPicPr>
        <p:blipFill>
          <a:blip r:embed="rId3"/>
          <a:stretch>
            <a:fillRect/>
          </a:stretch>
        </p:blipFill>
        <p:spPr>
          <a:xfrm>
            <a:off x="6672096" y="2434332"/>
            <a:ext cx="314317" cy="314325"/>
          </a:xfrm>
          <a:prstGeom prst="rect">
            <a:avLst/>
          </a:prstGeom>
        </p:spPr>
      </p:pic>
      <p:sp>
        <p:nvSpPr>
          <p:cNvPr id="18" name="Text 13"/>
          <p:cNvSpPr/>
          <p:nvPr/>
        </p:nvSpPr>
        <p:spPr>
          <a:xfrm>
            <a:off x="6502237" y="3039170"/>
            <a:ext cx="2082748" cy="363141"/>
          </a:xfrm>
          <a:prstGeom prst="rect">
            <a:avLst/>
          </a:prstGeom>
          <a:noFill/>
          <a:ln/>
        </p:spPr>
        <p:txBody>
          <a:bodyPr wrap="none" lIns="0" tIns="0" rIns="0" bIns="0" rtlCol="0" anchor="t"/>
          <a:lstStyle/>
          <a:p>
            <a:pPr algn="l" indent="0" marL="0">
              <a:lnSpc>
                <a:spcPct val="92000"/>
              </a:lnSpc>
              <a:buNone/>
            </a:pPr>
            <a:r>
              <a:rPr lang="en-US" sz="2600" b="1" spc="-26" kern="100" dirty="0">
                <a:solidFill>
                  <a:srgbClr val="FBF1E4"/>
                </a:solidFill>
                <a:latin typeface="Noto Sans Devanagari Bold" pitchFamily="34" charset="0"/>
                <a:ea typeface="Noto Sans Devanagari Bold" pitchFamily="34" charset="-122"/>
                <a:cs typeface="Noto Sans Devanagari Bold" pitchFamily="34" charset="-120"/>
              </a:rPr>
              <a:t>cards</a:t>
            </a:r>
            <a:endParaRPr lang="en-US" sz="2600" dirty="0"/>
          </a:p>
        </p:txBody>
      </p:sp>
      <p:sp>
        <p:nvSpPr>
          <p:cNvPr id="19" name="Text 14"/>
          <p:cNvSpPr/>
          <p:nvPr/>
        </p:nvSpPr>
        <p:spPr>
          <a:xfrm>
            <a:off x="6502237" y="3551535"/>
            <a:ext cx="2082748"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संग्रह को हाथ में पकड़ना, बदलना और साझा करना।</a:t>
            </a:r>
            <a:endParaRPr lang="hi-IN" sz="1650" dirty="0"/>
          </a:p>
        </p:txBody>
      </p:sp>
      <p:sp>
        <p:nvSpPr>
          <p:cNvPr id="20" name="Shape 15"/>
          <p:cNvSpPr/>
          <p:nvPr/>
        </p:nvSpPr>
        <p:spPr>
          <a:xfrm>
            <a:off x="9143771" y="2010470"/>
            <a:ext cx="2590735" cy="4038203"/>
          </a:xfrm>
          <a:prstGeom prst="roundRect">
            <a:avLst>
              <a:gd name="adj" fmla="val 441"/>
            </a:avLst>
          </a:prstGeom>
          <a:noFill/>
          <a:ln w="25399">
            <a:solidFill>
              <a:srgbClr val="193499"/>
            </a:solidFill>
            <a:prstDash val="solid"/>
          </a:ln>
        </p:spPr>
      </p:sp>
      <p:sp>
        <p:nvSpPr>
          <p:cNvPr id="21" name="Shape 16"/>
          <p:cNvSpPr/>
          <p:nvPr/>
        </p:nvSpPr>
        <p:spPr>
          <a:xfrm>
            <a:off x="9397765" y="2264470"/>
            <a:ext cx="654034" cy="654050"/>
          </a:xfrm>
          <a:prstGeom prst="roundRect">
            <a:avLst>
              <a:gd name="adj" fmla="val 9612"/>
            </a:avLst>
          </a:prstGeom>
          <a:solidFill>
            <a:srgbClr val="2F5BFF"/>
          </a:solidFill>
          <a:ln w="12700">
            <a:solidFill>
              <a:srgbClr val="193499"/>
            </a:solidFill>
            <a:prstDash val="solid"/>
          </a:ln>
        </p:spPr>
      </p:sp>
      <p:pic>
        <p:nvPicPr>
          <p:cNvPr id="22" name="Image 3" descr="preencoded.png">    </p:cNvPr>
          <p:cNvPicPr>
            <a:picLocks noChangeAspect="1"/>
          </p:cNvPicPr>
          <p:nvPr/>
        </p:nvPicPr>
        <p:blipFill>
          <a:blip r:embed="rId4"/>
          <a:stretch>
            <a:fillRect/>
          </a:stretch>
        </p:blipFill>
        <p:spPr>
          <a:xfrm>
            <a:off x="9567623" y="2434332"/>
            <a:ext cx="314317" cy="314325"/>
          </a:xfrm>
          <a:prstGeom prst="rect">
            <a:avLst/>
          </a:prstGeom>
        </p:spPr>
      </p:pic>
      <p:sp>
        <p:nvSpPr>
          <p:cNvPr id="23" name="Text 17"/>
          <p:cNvSpPr/>
          <p:nvPr/>
        </p:nvSpPr>
        <p:spPr>
          <a:xfrm>
            <a:off x="9397765" y="3039170"/>
            <a:ext cx="2082748"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FBF1E4"/>
                </a:solidFill>
                <a:latin typeface="Noto Sans Devanagari Bold" pitchFamily="34" charset="0"/>
                <a:ea typeface="Noto Sans Devanagari Bold" pitchFamily="34" charset="-122"/>
                <a:cs typeface="Noto Sans Devanagari Bold" pitchFamily="34" charset="-120"/>
              </a:rPr>
              <a:t>merchandise</a:t>
            </a:r>
            <a:endParaRPr lang="en-US" sz="2500" dirty="0"/>
          </a:p>
        </p:txBody>
      </p:sp>
      <p:sp>
        <p:nvSpPr>
          <p:cNvPr id="24" name="Text 18"/>
          <p:cNvSpPr/>
          <p:nvPr/>
        </p:nvSpPr>
        <p:spPr>
          <a:xfrm>
            <a:off x="9397765" y="3537645"/>
            <a:ext cx="2082748" cy="867370"/>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पसंदीदा creatures को रोज़मर्रा की चीज़ों में साथ रखना।</a:t>
            </a:r>
            <a:endParaRPr lang="hi-IN" sz="1650" dirty="0"/>
          </a:p>
        </p:txBody>
      </p:sp>
      <p:sp>
        <p:nvSpPr>
          <p:cNvPr id="25" name="Text 19"/>
          <p:cNvSpPr/>
          <p:nvPr/>
        </p:nvSpPr>
        <p:spPr>
          <a:xfrm>
            <a:off x="457189" y="6235998"/>
            <a:ext cx="11734506" cy="164802"/>
          </a:xfrm>
          <a:prstGeom prst="rect">
            <a:avLst/>
          </a:prstGeom>
          <a:noFill/>
          <a:ln/>
        </p:spPr>
        <p:txBody>
          <a:bodyPr wrap="none" lIns="0" tIns="0" rIns="0" bIns="0" rtlCol="0" anchor="t"/>
          <a:lstStyle/>
          <a:p>
            <a:pPr algn="l" indent="0" marL="0">
              <a:lnSpc>
                <a:spcPct val="98000"/>
              </a:lnSpc>
              <a:buNone/>
            </a:pPr>
            <a:r>
              <a:rPr lang="hi-IN" altLang="en-US" sz="1100" spc="44" kern="100" dirty="0">
                <a:solidFill>
                  <a:srgbClr val="C9A9AE"/>
                </a:solidFill>
                <a:latin typeface="Noto Sans Devanagari Medium" pitchFamily="34" charset="0"/>
                <a:ea typeface="Noto Sans Devanagari Medium" pitchFamily="34" charset="-122"/>
                <a:cs typeface="Noto Sans Devanagari Medium" pitchFamily="34" charset="-120"/>
              </a:rPr>
              <a:t>मुख्य विचार: खोज · संग्रह · प्रशिक्षण · दोस्ती</a:t>
            </a:r>
            <a:endParaRPr lang="hi-IN" sz="1100" dirty="0"/>
          </a:p>
        </p:txBody>
      </p:sp>
      <p:sp>
        <p:nvSpPr>
          <p:cNvPr id="26" name="Text 20"/>
          <p:cNvSpPr/>
          <p:nvPr/>
        </p:nvSpPr>
        <p:spPr>
          <a:xfrm>
            <a:off x="10212132" y="6400800"/>
            <a:ext cx="1979563" cy="149820"/>
          </a:xfrm>
          <a:prstGeom prst="rect">
            <a:avLst/>
          </a:prstGeom>
          <a:noFill/>
          <a:ln/>
        </p:spPr>
        <p:txBody>
          <a:bodyPr wrap="none" lIns="0" tIns="0" rIns="0" bIns="0" rtlCol="0" anchor="t"/>
          <a:lstStyle/>
          <a:p>
            <a:pPr algn="l" indent="0" marL="0">
              <a:lnSpc>
                <a:spcPct val="98000"/>
              </a:lnSpc>
              <a:buNone/>
            </a:pPr>
            <a:r>
              <a:rPr lang="en-US" sz="1000" spc="40" kern="1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7518212" cy="6858000"/>
          </a:xfrm>
          <a:prstGeom prst="rect">
            <a:avLst/>
          </a:prstGeom>
          <a:solidFill>
            <a:srgbClr val="2F5BFF"/>
          </a:solidFill>
          <a:ln/>
        </p:spPr>
      </p:sp>
      <p:sp>
        <p:nvSpPr>
          <p:cNvPr id="3" name="Text 1"/>
          <p:cNvSpPr/>
          <p:nvPr/>
        </p:nvSpPr>
        <p:spPr>
          <a:xfrm>
            <a:off x="482588" y="533400"/>
            <a:ext cx="7035624"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FFFFFF"/>
                </a:solidFill>
                <a:latin typeface="Noto Sans Devanagari Medium" pitchFamily="34" charset="0"/>
                <a:ea typeface="Noto Sans Devanagari Medium" pitchFamily="34" charset="-122"/>
                <a:cs typeface="Noto Sans Devanagari Medium" pitchFamily="34" charset="-120"/>
              </a:rPr>
              <a:t>1996 · जापान</a:t>
            </a:r>
            <a:endParaRPr lang="hi-IN" sz="1150" dirty="0"/>
          </a:p>
        </p:txBody>
      </p:sp>
      <p:sp>
        <p:nvSpPr>
          <p:cNvPr id="4" name="Text 2"/>
          <p:cNvSpPr/>
          <p:nvPr/>
        </p:nvSpPr>
        <p:spPr>
          <a:xfrm>
            <a:off x="482588" y="857853"/>
            <a:ext cx="6553036" cy="1296095"/>
          </a:xfrm>
          <a:prstGeom prst="rect">
            <a:avLst/>
          </a:prstGeom>
          <a:noFill/>
          <a:ln/>
        </p:spPr>
        <p:txBody>
          <a:bodyPr wrap="none" lIns="0" tIns="0" rIns="0" bIns="0" rtlCol="0" anchor="t"/>
          <a:lstStyle/>
          <a:p>
            <a:pPr algn="l" indent="0" marL="0">
              <a:lnSpc>
                <a:spcPct val="68000"/>
              </a:lnSpc>
              <a:buNone/>
            </a:pPr>
            <a:r>
              <a:rPr lang="en-US" sz="12600" spc="-126" kern="100" dirty="0">
                <a:solidFill>
                  <a:srgbClr val="FFFFFF"/>
                </a:solidFill>
                <a:latin typeface="Noto Sans Devanagari ExtraBold" pitchFamily="34" charset="0"/>
                <a:ea typeface="Noto Sans Devanagari ExtraBold" pitchFamily="34" charset="-122"/>
                <a:cs typeface="Noto Sans Devanagari ExtraBold" pitchFamily="34" charset="-120"/>
              </a:rPr>
              <a:t>1996</a:t>
            </a:r>
            <a:endParaRPr lang="en-US" sz="12600" dirty="0"/>
          </a:p>
        </p:txBody>
      </p:sp>
      <p:sp>
        <p:nvSpPr>
          <p:cNvPr id="5" name="Text 3"/>
          <p:cNvSpPr/>
          <p:nvPr/>
        </p:nvSpPr>
        <p:spPr>
          <a:xfrm>
            <a:off x="482588" y="2299744"/>
            <a:ext cx="6553036" cy="905073"/>
          </a:xfrm>
          <a:prstGeom prst="rect">
            <a:avLst/>
          </a:prstGeom>
          <a:noFill/>
          <a:ln/>
        </p:spPr>
        <p:txBody>
          <a:bodyPr wrap="square" lIns="0" tIns="0" rIns="0" bIns="0" rtlCol="0" anchor="t">
            <a:normAutofit/>
          </a:bodyPr>
          <a:lstStyle/>
          <a:p>
            <a:pPr algn="l" indent="0" marL="0">
              <a:lnSpc>
                <a:spcPct val="67000"/>
              </a:lnSpc>
              <a:buNone/>
            </a:pPr>
            <a:r>
              <a:rPr lang="hi-IN" altLang="en-US" sz="4400" spc="-88" kern="100" dirty="0">
                <a:solidFill>
                  <a:srgbClr val="FFFFFF"/>
                </a:solidFill>
                <a:latin typeface="Noto Sans Devanagari ExtraBold" pitchFamily="34" charset="0"/>
                <a:ea typeface="Noto Sans Devanagari ExtraBold" pitchFamily="34" charset="-122"/>
                <a:cs typeface="Noto Sans Devanagari ExtraBold" pitchFamily="34" charset="-120"/>
              </a:rPr>
              <a:t>पहली शुरुआत</a:t>
            </a:r>
            <a:endParaRPr lang="hi-IN" sz="4400" dirty="0"/>
          </a:p>
          <a:p>
            <a:pPr algn="l" indent="0" marL="0">
              <a:lnSpc>
                <a:spcPct val="67000"/>
              </a:lnSpc>
              <a:buNone/>
            </a:pPr>
            <a:r>
              <a:rPr lang="hi-IN" altLang="en-US" sz="4400" spc="-88" kern="100" dirty="0">
                <a:solidFill>
                  <a:srgbClr val="FFFFFF"/>
                </a:solidFill>
                <a:latin typeface="Noto Sans Devanagari ExtraBold" pitchFamily="34" charset="0"/>
                <a:ea typeface="Noto Sans Devanagari ExtraBold" pitchFamily="34" charset="-122"/>
                <a:cs typeface="Noto Sans Devanagari ExtraBold" pitchFamily="34" charset="-120"/>
              </a:rPr>
              <a:t>छोटी screen पर</a:t>
            </a:r>
            <a:endParaRPr lang="hi-IN" sz="4400" dirty="0"/>
          </a:p>
        </p:txBody>
      </p:sp>
      <p:sp>
        <p:nvSpPr>
          <p:cNvPr id="6" name="Text 4"/>
          <p:cNvSpPr/>
          <p:nvPr/>
        </p:nvSpPr>
        <p:spPr>
          <a:xfrm>
            <a:off x="482588" y="3386237"/>
            <a:ext cx="7035624" cy="289123"/>
          </a:xfrm>
          <a:prstGeom prst="rect">
            <a:avLst/>
          </a:prstGeom>
          <a:noFill/>
          <a:ln/>
        </p:spPr>
        <p:txBody>
          <a:bodyPr wrap="none" lIns="0" tIns="0" rIns="0" bIns="0" rtlCol="0" anchor="t"/>
          <a:lstStyle/>
          <a:p>
            <a:pPr algn="l" indent="0" marL="0">
              <a:lnSpc>
                <a:spcPct val="115000"/>
              </a:lnSpc>
              <a:buNone/>
            </a:pPr>
            <a:r>
              <a:rPr lang="hi-IN" altLang="en-US" sz="1650" dirty="0">
                <a:solidFill>
                  <a:srgbClr val="FFFFFF"/>
                </a:solidFill>
                <a:latin typeface="Noto Sans Devanagari Medium" pitchFamily="34" charset="0"/>
                <a:ea typeface="Noto Sans Devanagari Medium" pitchFamily="34" charset="-122"/>
                <a:cs typeface="Noto Sans Devanagari Medium" pitchFamily="34" charset="-120"/>
              </a:rPr>
              <a:t>Pokémon Red और Pokémon Green जापान में Game Boy पर लॉन्च हुए।</a:t>
            </a:r>
            <a:endParaRPr lang="hi-IN" sz="1650" dirty="0"/>
          </a:p>
        </p:txBody>
      </p:sp>
      <p:sp>
        <p:nvSpPr>
          <p:cNvPr id="7" name="Text 5"/>
          <p:cNvSpPr/>
          <p:nvPr/>
        </p:nvSpPr>
        <p:spPr>
          <a:xfrm>
            <a:off x="482588" y="3862685"/>
            <a:ext cx="7035624" cy="164802"/>
          </a:xfrm>
          <a:prstGeom prst="rect">
            <a:avLst/>
          </a:prstGeom>
          <a:noFill/>
          <a:ln/>
        </p:spPr>
        <p:txBody>
          <a:bodyPr wrap="none" lIns="0" tIns="0" rIns="0" bIns="0" rtlCol="0" anchor="t"/>
          <a:lstStyle/>
          <a:p>
            <a:pPr algn="l" indent="0" marL="0">
              <a:lnSpc>
                <a:spcPct val="98000"/>
              </a:lnSpc>
              <a:buNone/>
            </a:pPr>
            <a:r>
              <a:rPr lang="hi-IN" altLang="en-US" sz="1100" spc="44" kern="100" dirty="0">
                <a:solidFill>
                  <a:srgbClr val="FFFFFF"/>
                </a:solidFill>
                <a:latin typeface="Noto Sans Devanagari Medium" pitchFamily="34" charset="0"/>
                <a:ea typeface="Noto Sans Devanagari Medium" pitchFamily="34" charset="-122"/>
                <a:cs typeface="Noto Sans Devanagari Medium" pitchFamily="34" charset="-120"/>
              </a:rPr>
              <a:t>एक छोटा HANDHELD · एक विशाल काल्पनिक दुनिया</a:t>
            </a:r>
            <a:endParaRPr lang="hi-IN" sz="1100" dirty="0"/>
          </a:p>
        </p:txBody>
      </p:sp>
      <p:pic>
        <p:nvPicPr>
          <p:cNvPr id="8" name="Image 0" descr="preencoded.png">    </p:cNvPr>
          <p:cNvPicPr>
            <a:picLocks noChangeAspect="1"/>
          </p:cNvPicPr>
          <p:nvPr/>
        </p:nvPicPr>
        <p:blipFill>
          <a:blip r:embed="rId1"/>
          <a:stretch>
            <a:fillRect/>
          </a:stretch>
        </p:blipFill>
        <p:spPr>
          <a:xfrm>
            <a:off x="7518212" y="0"/>
            <a:ext cx="4673483" cy="6858000"/>
          </a:xfrm>
          <a:prstGeom prst="rect">
            <a:avLst/>
          </a:prstGeom>
        </p:spPr>
      </p:pic>
      <p:sp>
        <p:nvSpPr>
          <p:cNvPr id="9" name="Text 6"/>
          <p:cNvSpPr/>
          <p:nvPr/>
        </p:nvSpPr>
        <p:spPr>
          <a:xfrm>
            <a:off x="10212132" y="6400800"/>
            <a:ext cx="1979563" cy="149820"/>
          </a:xfrm>
          <a:prstGeom prst="rect">
            <a:avLst/>
          </a:prstGeom>
          <a:noFill/>
          <a:ln/>
        </p:spPr>
        <p:txBody>
          <a:bodyPr wrap="none" lIns="0" tIns="0" rIns="0" bIns="0" rtlCol="0" anchor="t"/>
          <a:lstStyle/>
          <a:p>
            <a:pPr algn="l" indent="0" marL="0">
              <a:lnSpc>
                <a:spcPct val="98000"/>
              </a:lnSpc>
              <a:buNone/>
            </a:pPr>
            <a:r>
              <a:rPr lang="en-US" sz="1000" spc="40" kern="1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734506"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B8F03A"/>
                </a:solidFill>
                <a:latin typeface="Noto Sans Devanagari Medium" pitchFamily="34" charset="0"/>
                <a:ea typeface="Noto Sans Devanagari Medium" pitchFamily="34" charset="-122"/>
                <a:cs typeface="Noto Sans Devanagari Medium" pitchFamily="34" charset="-120"/>
              </a:rPr>
              <a:t>कलेक्शन का मनोविज्ञान</a:t>
            </a:r>
            <a:endParaRPr lang="hi-IN" sz="1150" dirty="0"/>
          </a:p>
        </p:txBody>
      </p:sp>
      <p:sp>
        <p:nvSpPr>
          <p:cNvPr id="3" name="Text 1"/>
          <p:cNvSpPr/>
          <p:nvPr/>
        </p:nvSpPr>
        <p:spPr>
          <a:xfrm>
            <a:off x="457189" y="742220"/>
            <a:ext cx="11277318" cy="596602"/>
          </a:xfrm>
          <a:prstGeom prst="rect">
            <a:avLst/>
          </a:prstGeom>
          <a:noFill/>
          <a:ln/>
        </p:spPr>
        <p:txBody>
          <a:bodyPr wrap="none" lIns="0" tIns="0" rIns="0" bIns="0" rtlCol="0" anchor="t"/>
          <a:lstStyle/>
          <a:p>
            <a:pPr algn="l" indent="0" marL="0">
              <a:lnSpc>
                <a:spcPct val="68000"/>
              </a:lnSpc>
              <a:buNone/>
            </a:pPr>
            <a:r>
              <a:rPr lang="hi-IN" altLang="en-US" sz="5800" spc="-116" kern="100" dirty="0">
                <a:solidFill>
                  <a:srgbClr val="FBF1E4"/>
                </a:solidFill>
                <a:latin typeface="Noto Sans Devanagari ExtraBold" pitchFamily="34" charset="0"/>
                <a:ea typeface="Noto Sans Devanagari ExtraBold" pitchFamily="34" charset="-122"/>
                <a:cs typeface="Noto Sans Devanagari ExtraBold" pitchFamily="34" charset="-120"/>
              </a:rPr>
              <a:t>संग्रह का जुनून कैसे बना?</a:t>
            </a:r>
            <a:endParaRPr lang="hi-IN" sz="5800" dirty="0"/>
          </a:p>
        </p:txBody>
      </p:sp>
      <p:sp>
        <p:nvSpPr>
          <p:cNvPr id="4" name="Text 2"/>
          <p:cNvSpPr/>
          <p:nvPr/>
        </p:nvSpPr>
        <p:spPr>
          <a:xfrm>
            <a:off x="457189" y="1518146"/>
            <a:ext cx="11734506" cy="289123"/>
          </a:xfrm>
          <a:prstGeom prst="rect">
            <a:avLst/>
          </a:prstGeom>
          <a:noFill/>
          <a:ln/>
        </p:spPr>
        <p:txBody>
          <a:bodyPr wrap="none" lIns="0" tIns="0" rIns="0" bIns="0" rtlCol="0" anchor="t"/>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हर Pokémon अलग क्षमता, रूप और personality लेकर आता है। इसलिए संग्रह केवल सूची पूरी करना नहीं, अपना रास्ता चुनना बन जाता है।</a:t>
            </a:r>
            <a:endParaRPr lang="hi-IN" sz="1650" dirty="0"/>
          </a:p>
        </p:txBody>
      </p:sp>
      <p:pic>
        <p:nvPicPr>
          <p:cNvPr id="5" name="Image 0" descr="preencoded.png">    </p:cNvPr>
          <p:cNvPicPr>
            <a:picLocks noChangeAspect="1"/>
          </p:cNvPicPr>
          <p:nvPr/>
        </p:nvPicPr>
        <p:blipFill>
          <a:blip r:embed="rId1"/>
          <a:stretch>
            <a:fillRect/>
          </a:stretch>
        </p:blipFill>
        <p:spPr>
          <a:xfrm>
            <a:off x="685783" y="2213670"/>
            <a:ext cx="3098722" cy="2680593"/>
          </a:xfrm>
          <a:prstGeom prst="rect">
            <a:avLst/>
          </a:prstGeom>
        </p:spPr>
      </p:pic>
      <p:sp>
        <p:nvSpPr>
          <p:cNvPr id="6" name="Text 3"/>
          <p:cNvSpPr/>
          <p:nvPr/>
        </p:nvSpPr>
        <p:spPr>
          <a:xfrm>
            <a:off x="685783" y="5081588"/>
            <a:ext cx="3098722"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FBF1E4"/>
                </a:solidFill>
                <a:latin typeface="Noto Sans Devanagari Bold" pitchFamily="34" charset="0"/>
                <a:ea typeface="Noto Sans Devanagari Bold" pitchFamily="34" charset="-122"/>
                <a:cs typeface="Noto Sans Devanagari Bold" pitchFamily="34" charset="-120"/>
              </a:rPr>
              <a:t>हर एक अलग</a:t>
            </a:r>
            <a:endParaRPr lang="hi-IN" sz="2600" dirty="0"/>
          </a:p>
        </p:txBody>
      </p:sp>
      <p:sp>
        <p:nvSpPr>
          <p:cNvPr id="7" name="Text 4"/>
          <p:cNvSpPr/>
          <p:nvPr/>
        </p:nvSpPr>
        <p:spPr>
          <a:xfrm>
            <a:off x="685783" y="5593953"/>
            <a:ext cx="3098722"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रूप, क्षमता और personality का अपना मेल।</a:t>
            </a:r>
            <a:endParaRPr lang="hi-IN" sz="1650" dirty="0"/>
          </a:p>
        </p:txBody>
      </p:sp>
      <p:pic>
        <p:nvPicPr>
          <p:cNvPr id="8" name="Image 1" descr="preencoded.png">    </p:cNvPr>
          <p:cNvPicPr>
            <a:picLocks noChangeAspect="1"/>
          </p:cNvPicPr>
          <p:nvPr/>
        </p:nvPicPr>
        <p:blipFill>
          <a:blip r:embed="rId2"/>
          <a:stretch>
            <a:fillRect/>
          </a:stretch>
        </p:blipFill>
        <p:spPr>
          <a:xfrm>
            <a:off x="4546486" y="2213670"/>
            <a:ext cx="3098722" cy="2680593"/>
          </a:xfrm>
          <a:prstGeom prst="rect">
            <a:avLst/>
          </a:prstGeom>
        </p:spPr>
      </p:pic>
      <p:sp>
        <p:nvSpPr>
          <p:cNvPr id="9" name="Text 5"/>
          <p:cNvSpPr/>
          <p:nvPr/>
        </p:nvSpPr>
        <p:spPr>
          <a:xfrm>
            <a:off x="4546486" y="5081588"/>
            <a:ext cx="3098722"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FBF1E4"/>
                </a:solidFill>
                <a:latin typeface="Noto Sans Devanagari Bold" pitchFamily="34" charset="0"/>
                <a:ea typeface="Noto Sans Devanagari Bold" pitchFamily="34" charset="-122"/>
                <a:cs typeface="Noto Sans Devanagari Bold" pitchFamily="34" charset="-120"/>
              </a:rPr>
              <a:t>अपना collection</a:t>
            </a:r>
            <a:endParaRPr lang="hi-IN" sz="2600" dirty="0"/>
          </a:p>
        </p:txBody>
      </p:sp>
      <p:sp>
        <p:nvSpPr>
          <p:cNvPr id="10" name="Text 6"/>
          <p:cNvSpPr/>
          <p:nvPr/>
        </p:nvSpPr>
        <p:spPr>
          <a:xfrm>
            <a:off x="4546486" y="5593953"/>
            <a:ext cx="3098722"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कौन-सा Pokémon पहले मिलेगा, यह आपकी कहानी है।</a:t>
            </a:r>
            <a:endParaRPr lang="hi-IN" sz="1650" dirty="0"/>
          </a:p>
        </p:txBody>
      </p:sp>
      <p:pic>
        <p:nvPicPr>
          <p:cNvPr id="11" name="Image 2" descr="preencoded.png">    </p:cNvPr>
          <p:cNvPicPr>
            <a:picLocks noChangeAspect="1"/>
          </p:cNvPicPr>
          <p:nvPr/>
        </p:nvPicPr>
        <p:blipFill>
          <a:blip r:embed="rId3"/>
          <a:stretch>
            <a:fillRect/>
          </a:stretch>
        </p:blipFill>
        <p:spPr>
          <a:xfrm>
            <a:off x="8407190" y="2213670"/>
            <a:ext cx="3098722" cy="2680593"/>
          </a:xfrm>
          <a:prstGeom prst="rect">
            <a:avLst/>
          </a:prstGeom>
        </p:spPr>
      </p:pic>
      <p:sp>
        <p:nvSpPr>
          <p:cNvPr id="12" name="Text 7"/>
          <p:cNvSpPr/>
          <p:nvPr/>
        </p:nvSpPr>
        <p:spPr>
          <a:xfrm>
            <a:off x="8407190" y="5081588"/>
            <a:ext cx="3098722"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FBF1E4"/>
                </a:solidFill>
                <a:latin typeface="Noto Sans Devanagari Bold" pitchFamily="34" charset="0"/>
                <a:ea typeface="Noto Sans Devanagari Bold" pitchFamily="34" charset="-122"/>
                <a:cs typeface="Noto Sans Devanagari Bold" pitchFamily="34" charset="-120"/>
              </a:rPr>
              <a:t>“सबको पकड़ो”</a:t>
            </a:r>
            <a:endParaRPr lang="hi-IN" sz="2600" dirty="0"/>
          </a:p>
        </p:txBody>
      </p:sp>
      <p:sp>
        <p:nvSpPr>
          <p:cNvPr id="13" name="Text 8"/>
          <p:cNvSpPr/>
          <p:nvPr/>
        </p:nvSpPr>
        <p:spPr>
          <a:xfrm>
            <a:off x="8407190" y="5593953"/>
            <a:ext cx="3098722"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एक slogan नहीं, एक व्यक्तिगत mission।</a:t>
            </a:r>
            <a:endParaRPr lang="hi-IN" sz="1650" dirty="0"/>
          </a:p>
        </p:txBody>
      </p:sp>
      <p:sp>
        <p:nvSpPr>
          <p:cNvPr id="14" name="Text 9"/>
          <p:cNvSpPr/>
          <p:nvPr/>
        </p:nvSpPr>
        <p:spPr>
          <a:xfrm>
            <a:off x="10212132" y="6400800"/>
            <a:ext cx="1979563" cy="149820"/>
          </a:xfrm>
          <a:prstGeom prst="rect">
            <a:avLst/>
          </a:prstGeom>
          <a:noFill/>
          <a:ln/>
        </p:spPr>
        <p:txBody>
          <a:bodyPr wrap="none" lIns="0" tIns="0" rIns="0" bIns="0" rtlCol="0" anchor="t"/>
          <a:lstStyle/>
          <a:p>
            <a:pPr algn="l" indent="0" marL="0">
              <a:lnSpc>
                <a:spcPct val="98000"/>
              </a:lnSpc>
              <a:buNone/>
            </a:pPr>
            <a:r>
              <a:rPr lang="en-US" sz="1000" spc="40" kern="1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2134989"/>
            <a:ext cx="7264218"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B8F03A"/>
                </a:solidFill>
                <a:latin typeface="Noto Sans Devanagari Medium" pitchFamily="34" charset="0"/>
                <a:ea typeface="Noto Sans Devanagari Medium" pitchFamily="34" charset="-122"/>
                <a:cs typeface="Noto Sans Devanagari Medium" pitchFamily="34" charset="-120"/>
              </a:rPr>
              <a:t>1997 · माध्यम का विस्तार</a:t>
            </a:r>
            <a:endParaRPr lang="hi-IN" sz="1150" dirty="0"/>
          </a:p>
        </p:txBody>
      </p:sp>
      <p:sp>
        <p:nvSpPr>
          <p:cNvPr id="3" name="Text 1"/>
          <p:cNvSpPr/>
          <p:nvPr/>
        </p:nvSpPr>
        <p:spPr>
          <a:xfrm>
            <a:off x="457189" y="2420009"/>
            <a:ext cx="6807030" cy="1193205"/>
          </a:xfrm>
          <a:prstGeom prst="rect">
            <a:avLst/>
          </a:prstGeom>
          <a:noFill/>
          <a:ln/>
        </p:spPr>
        <p:txBody>
          <a:bodyPr wrap="square" lIns="0" tIns="0" rIns="0" bIns="0" rtlCol="0" anchor="t">
            <a:normAutofit/>
          </a:bodyPr>
          <a:lstStyle/>
          <a:p>
            <a:pPr algn="l" indent="0" marL="0">
              <a:lnSpc>
                <a:spcPct val="68000"/>
              </a:lnSpc>
              <a:buNone/>
            </a:pPr>
            <a:r>
              <a:rPr lang="hi-IN" altLang="en-US" sz="5800" spc="-116" kern="100" dirty="0">
                <a:solidFill>
                  <a:srgbClr val="FBF1E4"/>
                </a:solidFill>
                <a:latin typeface="Noto Sans Devanagari ExtraBold" pitchFamily="34" charset="0"/>
                <a:ea typeface="Noto Sans Devanagari ExtraBold" pitchFamily="34" charset="-122"/>
                <a:cs typeface="Noto Sans Devanagari ExtraBold" pitchFamily="34" charset="-120"/>
              </a:rPr>
              <a:t>गेम से anime तक का सफर</a:t>
            </a:r>
            <a:endParaRPr lang="hi-IN" sz="5800" dirty="0"/>
          </a:p>
        </p:txBody>
      </p:sp>
      <p:sp>
        <p:nvSpPr>
          <p:cNvPr id="4" name="Text 2"/>
          <p:cNvSpPr/>
          <p:nvPr/>
        </p:nvSpPr>
        <p:spPr>
          <a:xfrm>
            <a:off x="457189" y="3792538"/>
            <a:ext cx="6807030"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TV anime श्रृंखला जापान में 1997 में शुरू हुई। स्क्रीन पर Pokémon की दुनिया को आवाज़, संगीत और भावनात्मक कहानी मिली।</a:t>
            </a:r>
            <a:endParaRPr lang="hi-IN" sz="1650" dirty="0"/>
          </a:p>
        </p:txBody>
      </p:sp>
      <p:sp>
        <p:nvSpPr>
          <p:cNvPr id="5" name="Text 3"/>
          <p:cNvSpPr/>
          <p:nvPr/>
        </p:nvSpPr>
        <p:spPr>
          <a:xfrm>
            <a:off x="457189" y="4558109"/>
            <a:ext cx="7264218" cy="164802"/>
          </a:xfrm>
          <a:prstGeom prst="rect">
            <a:avLst/>
          </a:prstGeom>
          <a:noFill/>
          <a:ln/>
        </p:spPr>
        <p:txBody>
          <a:bodyPr wrap="none" lIns="0" tIns="0" rIns="0" bIns="0" rtlCol="0" anchor="t"/>
          <a:lstStyle/>
          <a:p>
            <a:pPr algn="l" indent="0" marL="0">
              <a:lnSpc>
                <a:spcPct val="98000"/>
              </a:lnSpc>
              <a:buNone/>
            </a:pPr>
            <a:r>
              <a:rPr lang="hi-IN" altLang="en-US" sz="1100" spc="44" kern="100" dirty="0">
                <a:solidFill>
                  <a:srgbClr val="C9A9AE"/>
                </a:solidFill>
                <a:latin typeface="Noto Sans Devanagari Medium" pitchFamily="34" charset="0"/>
                <a:ea typeface="Noto Sans Devanagari Medium" pitchFamily="34" charset="-122"/>
                <a:cs typeface="Noto Sans Devanagari Medium" pitchFamily="34" charset="-120"/>
              </a:rPr>
              <a:t>GAME की INTERACTION · ANIME की EMOTION</a:t>
            </a:r>
            <a:endParaRPr lang="hi-IN" sz="1100" dirty="0"/>
          </a:p>
        </p:txBody>
      </p:sp>
      <p:pic>
        <p:nvPicPr>
          <p:cNvPr id="6"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7" name="Text 4"/>
          <p:cNvSpPr/>
          <p:nvPr/>
        </p:nvSpPr>
        <p:spPr>
          <a:xfrm>
            <a:off x="306380" y="6400800"/>
            <a:ext cx="2282768" cy="149820"/>
          </a:xfrm>
          <a:prstGeom prst="rect">
            <a:avLst/>
          </a:prstGeom>
          <a:noFill/>
          <a:ln/>
        </p:spPr>
        <p:txBody>
          <a:bodyPr wrap="none" lIns="0" tIns="0" rIns="0" bIns="0" rtlCol="0" anchor="t"/>
          <a:lstStyle/>
          <a:p>
            <a:pPr algn="l" indent="0" marL="0">
              <a:lnSpc>
                <a:spcPct val="98000"/>
              </a:lnSpc>
              <a:buNone/>
            </a:pPr>
            <a:r>
              <a:rPr lang="en-US" sz="1000" spc="40" kern="1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6582" y="685800"/>
            <a:ext cx="11328117"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FFFFFF"/>
                </a:solidFill>
                <a:latin typeface="Noto Sans Devanagari Medium" pitchFamily="34" charset="0"/>
                <a:ea typeface="Noto Sans Devanagari Medium" pitchFamily="34" charset="-122"/>
                <a:cs typeface="Noto Sans Devanagari Medium" pitchFamily="34" charset="-120"/>
              </a:rPr>
              <a:t>भावनात्मक केंद्र</a:t>
            </a:r>
            <a:endParaRPr lang="hi-IN" sz="1150" dirty="0"/>
          </a:p>
        </p:txBody>
      </p:sp>
      <p:sp>
        <p:nvSpPr>
          <p:cNvPr id="3" name="Text 1"/>
          <p:cNvSpPr/>
          <p:nvPr/>
        </p:nvSpPr>
        <p:spPr>
          <a:xfrm>
            <a:off x="736582" y="989298"/>
            <a:ext cx="10718532" cy="1769269"/>
          </a:xfrm>
          <a:prstGeom prst="rect">
            <a:avLst/>
          </a:prstGeom>
          <a:noFill/>
          <a:ln/>
        </p:spPr>
        <p:txBody>
          <a:bodyPr wrap="square" lIns="0" tIns="0" rIns="0" bIns="0" rtlCol="0" anchor="t">
            <a:normAutofit/>
          </a:bodyPr>
          <a:lstStyle/>
          <a:p>
            <a:pPr algn="l" indent="0" marL="0">
              <a:lnSpc>
                <a:spcPct val="67000"/>
              </a:lnSpc>
              <a:buNone/>
            </a:pPr>
            <a:r>
              <a:rPr lang="hi-IN" altLang="en-US" sz="8600" spc="-172" kern="100" dirty="0">
                <a:solidFill>
                  <a:srgbClr val="FFFFFF"/>
                </a:solidFill>
                <a:latin typeface="Noto Sans Devanagari ExtraBold" pitchFamily="34" charset="0"/>
                <a:ea typeface="Noto Sans Devanagari ExtraBold" pitchFamily="34" charset="-122"/>
                <a:cs typeface="Noto Sans Devanagari ExtraBold" pitchFamily="34" charset="-120"/>
              </a:rPr>
              <a:t>Ash और Pikachu:</a:t>
            </a:r>
            <a:endParaRPr lang="hi-IN" sz="8600" dirty="0"/>
          </a:p>
          <a:p>
            <a:pPr algn="l" indent="0" marL="0">
              <a:lnSpc>
                <a:spcPct val="67000"/>
              </a:lnSpc>
              <a:buNone/>
            </a:pPr>
            <a:r>
              <a:rPr lang="hi-IN" altLang="en-US" sz="8600" spc="-172" kern="100" dirty="0">
                <a:solidFill>
                  <a:srgbClr val="B8F03A"/>
                </a:solidFill>
                <a:latin typeface="Noto Sans Devanagari ExtraBold" pitchFamily="34" charset="0"/>
                <a:ea typeface="Noto Sans Devanagari ExtraBold" pitchFamily="34" charset="-122"/>
                <a:cs typeface="Noto Sans Devanagari ExtraBold" pitchFamily="34" charset="-120"/>
              </a:rPr>
              <a:t>दोस्ती की पहचान</a:t>
            </a:r>
            <a:endParaRPr lang="hi-IN" sz="8600" dirty="0"/>
          </a:p>
        </p:txBody>
      </p:sp>
      <p:sp>
        <p:nvSpPr>
          <p:cNvPr id="4" name="Text 2"/>
          <p:cNvSpPr/>
          <p:nvPr/>
        </p:nvSpPr>
        <p:spPr>
          <a:xfrm>
            <a:off x="1050899" y="3013329"/>
            <a:ext cx="11013799" cy="329109"/>
          </a:xfrm>
          <a:prstGeom prst="rect">
            <a:avLst/>
          </a:prstGeom>
          <a:noFill/>
          <a:ln/>
        </p:spPr>
        <p:txBody>
          <a:bodyPr wrap="none" lIns="0" tIns="0" rIns="0" bIns="0" rtlCol="0" anchor="t"/>
          <a:lstStyle/>
          <a:p>
            <a:pPr algn="l" indent="0" marL="0">
              <a:lnSpc>
                <a:spcPct val="67000"/>
              </a:lnSpc>
              <a:buNone/>
            </a:pPr>
            <a:r>
              <a:rPr lang="hi-IN" altLang="en-US" sz="3200" spc="-32" kern="100" dirty="0">
                <a:solidFill>
                  <a:srgbClr val="FFFFFF"/>
                </a:solidFill>
                <a:latin typeface="Noto Sans Devanagari Medium" pitchFamily="34" charset="0"/>
                <a:ea typeface="Noto Sans Devanagari Medium" pitchFamily="34" charset="-122"/>
                <a:cs typeface="Noto Sans Devanagari Medium" pitchFamily="34" charset="-120"/>
              </a:rPr>
              <a:t>साथ चलना, हारना और फिर कोशिश करना।</a:t>
            </a:r>
            <a:endParaRPr lang="hi-IN" sz="3200" dirty="0"/>
          </a:p>
        </p:txBody>
      </p:sp>
      <p:sp>
        <p:nvSpPr>
          <p:cNvPr id="5" name="Shape 3"/>
          <p:cNvSpPr/>
          <p:nvPr/>
        </p:nvSpPr>
        <p:spPr>
          <a:xfrm>
            <a:off x="736582" y="2919413"/>
            <a:ext cx="28574" cy="481509"/>
          </a:xfrm>
          <a:prstGeom prst="roundRect">
            <a:avLst>
              <a:gd name="adj" fmla="val 50000"/>
            </a:avLst>
          </a:prstGeom>
          <a:solidFill>
            <a:srgbClr val="2F5BFF"/>
          </a:solidFill>
          <a:ln/>
        </p:spPr>
      </p:sp>
      <p:sp>
        <p:nvSpPr>
          <p:cNvPr id="6" name="Text 4"/>
          <p:cNvSpPr/>
          <p:nvPr/>
        </p:nvSpPr>
        <p:spPr>
          <a:xfrm>
            <a:off x="736582" y="3588246"/>
            <a:ext cx="11328117" cy="289123"/>
          </a:xfrm>
          <a:prstGeom prst="rect">
            <a:avLst/>
          </a:prstGeom>
          <a:noFill/>
          <a:ln/>
        </p:spPr>
        <p:txBody>
          <a:bodyPr wrap="none" lIns="0" tIns="0" rIns="0" bIns="0" rtlCol="0" anchor="t"/>
          <a:lstStyle/>
          <a:p>
            <a:pPr algn="l" indent="0" marL="0">
              <a:lnSpc>
                <a:spcPct val="115000"/>
              </a:lnSpc>
              <a:buNone/>
            </a:pPr>
            <a:r>
              <a:rPr lang="hi-IN" altLang="en-US" sz="1650" dirty="0">
                <a:solidFill>
                  <a:srgbClr val="FFFFFF"/>
                </a:solidFill>
                <a:latin typeface="Noto Sans Devanagari Medium" pitchFamily="34" charset="0"/>
                <a:ea typeface="Noto Sans Devanagari Medium" pitchFamily="34" charset="-122"/>
                <a:cs typeface="Noto Sans Devanagari Medium" pitchFamily="34" charset="-120"/>
              </a:rPr>
              <a:t>उनकी partnership ने franchise को एक यादगार emotional center दिया। यात्रा केवल जीत की नहीं, साथ बने रहने की कहानी बनी।</a:t>
            </a:r>
            <a:endParaRPr lang="hi-IN" sz="1650" dirty="0"/>
          </a:p>
        </p:txBody>
      </p:sp>
      <p:sp>
        <p:nvSpPr>
          <p:cNvPr id="7" name="Text 5"/>
          <p:cNvSpPr/>
          <p:nvPr/>
        </p:nvSpPr>
        <p:spPr>
          <a:xfrm>
            <a:off x="10085135" y="6413500"/>
            <a:ext cx="2106560" cy="289123"/>
          </a:xfrm>
          <a:prstGeom prst="rect">
            <a:avLst/>
          </a:prstGeom>
          <a:noFill/>
          <a:ln/>
        </p:spPr>
        <p:txBody>
          <a:bodyPr wrap="none" lIns="0" tIns="0" rIns="0" bIns="0" rtlCol="0" anchor="t"/>
          <a:lstStyle/>
          <a:p>
            <a:pPr algn="l" indent="0" marL="0">
              <a:lnSpc>
                <a:spcPct val="115000"/>
              </a:lnSpc>
              <a:buNone/>
            </a:pPr>
            <a:r>
              <a:rPr lang="en-US" sz="10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FFB627"/>
          </a:solidFill>
          <a:ln/>
        </p:spPr>
      </p:sp>
      <p:sp>
        <p:nvSpPr>
          <p:cNvPr id="3" name="Text 1"/>
          <p:cNvSpPr/>
          <p:nvPr/>
        </p:nvSpPr>
        <p:spPr>
          <a:xfrm>
            <a:off x="482588" y="558800"/>
            <a:ext cx="6832429" cy="172244"/>
          </a:xfrm>
          <a:prstGeom prst="rect">
            <a:avLst/>
          </a:prstGeom>
          <a:noFill/>
          <a:ln/>
        </p:spPr>
        <p:txBody>
          <a:bodyPr wrap="none" lIns="0" tIns="0" rIns="0" bIns="0" rtlCol="0" anchor="t"/>
          <a:lstStyle/>
          <a:p>
            <a:pPr algn="l" indent="0" marL="0">
              <a:lnSpc>
                <a:spcPct val="98000"/>
              </a:lnSpc>
              <a:buNone/>
            </a:pPr>
            <a:r>
              <a:rPr lang="en-US" sz="1150" spc="69" kern="100" dirty="0">
                <a:solidFill>
                  <a:srgbClr val="000000"/>
                </a:solidFill>
                <a:latin typeface="Noto Sans Devanagari Medium" pitchFamily="34" charset="0"/>
                <a:ea typeface="Noto Sans Devanagari Medium" pitchFamily="34" charset="-122"/>
                <a:cs typeface="Noto Sans Devanagari Medium" pitchFamily="34" charset="-120"/>
              </a:rPr>
              <a:t>1998 · CINEMA</a:t>
            </a:r>
            <a:endParaRPr lang="en-US" sz="1150" dirty="0"/>
          </a:p>
        </p:txBody>
      </p:sp>
      <p:sp>
        <p:nvSpPr>
          <p:cNvPr id="4" name="Text 2"/>
          <p:cNvSpPr/>
          <p:nvPr/>
        </p:nvSpPr>
        <p:spPr>
          <a:xfrm>
            <a:off x="482588" y="862298"/>
            <a:ext cx="6349841" cy="884634"/>
          </a:xfrm>
          <a:prstGeom prst="rect">
            <a:avLst/>
          </a:prstGeom>
          <a:noFill/>
          <a:ln/>
        </p:spPr>
        <p:txBody>
          <a:bodyPr wrap="none" lIns="0" tIns="0" rIns="0" bIns="0" rtlCol="0" anchor="t"/>
          <a:lstStyle/>
          <a:p>
            <a:pPr algn="l" indent="0" marL="0">
              <a:lnSpc>
                <a:spcPct val="67000"/>
              </a:lnSpc>
              <a:buNone/>
            </a:pPr>
            <a:r>
              <a:rPr lang="en-US" sz="8600" spc="-86" kern="100" dirty="0">
                <a:solidFill>
                  <a:srgbClr val="000000"/>
                </a:solidFill>
                <a:latin typeface="Noto Sans Devanagari ExtraBold" pitchFamily="34" charset="0"/>
                <a:ea typeface="Noto Sans Devanagari ExtraBold" pitchFamily="34" charset="-122"/>
                <a:cs typeface="Noto Sans Devanagari ExtraBold" pitchFamily="34" charset="-120"/>
              </a:rPr>
              <a:t>1998</a:t>
            </a:r>
            <a:endParaRPr lang="en-US" sz="8600" dirty="0"/>
          </a:p>
        </p:txBody>
      </p:sp>
      <p:sp>
        <p:nvSpPr>
          <p:cNvPr id="5" name="Text 3"/>
          <p:cNvSpPr/>
          <p:nvPr/>
        </p:nvSpPr>
        <p:spPr>
          <a:xfrm>
            <a:off x="482588" y="1915779"/>
            <a:ext cx="6349841" cy="1789807"/>
          </a:xfrm>
          <a:prstGeom prst="rect">
            <a:avLst/>
          </a:prstGeom>
          <a:noFill/>
          <a:ln/>
        </p:spPr>
        <p:txBody>
          <a:bodyPr wrap="square" lIns="0" tIns="0" rIns="0" bIns="0" rtlCol="0" anchor="t">
            <a:normAutofit/>
          </a:bodyPr>
          <a:lstStyle/>
          <a:p>
            <a:pPr algn="l" indent="0" marL="0">
              <a:lnSpc>
                <a:spcPct val="68000"/>
              </a:lnSpc>
              <a:buNone/>
            </a:pPr>
            <a:r>
              <a:rPr lang="hi-IN" altLang="en-US" sz="5800" spc="-116" kern="100" dirty="0">
                <a:solidFill>
                  <a:srgbClr val="000000"/>
                </a:solidFill>
                <a:latin typeface="Noto Sans Devanagari ExtraBold" pitchFamily="34" charset="0"/>
                <a:ea typeface="Noto Sans Devanagari ExtraBold" pitchFamily="34" charset="-122"/>
                <a:cs typeface="Noto Sans Devanagari ExtraBold" pitchFamily="34" charset="-120"/>
              </a:rPr>
              <a:t>पहली Pokémon movie ने दायरा बढ़ाया</a:t>
            </a:r>
            <a:endParaRPr lang="hi-IN" sz="5800" dirty="0"/>
          </a:p>
        </p:txBody>
      </p:sp>
      <p:sp>
        <p:nvSpPr>
          <p:cNvPr id="6" name="Text 4"/>
          <p:cNvSpPr/>
          <p:nvPr/>
        </p:nvSpPr>
        <p:spPr>
          <a:xfrm>
            <a:off x="482588" y="3884910"/>
            <a:ext cx="6349841" cy="578247"/>
          </a:xfrm>
          <a:prstGeom prst="rect">
            <a:avLst/>
          </a:prstGeom>
          <a:noFill/>
          <a:ln/>
        </p:spPr>
        <p:txBody>
          <a:bodyPr wrap="square" lIns="0" tIns="0" rIns="0" bIns="0" rtlCol="0" anchor="t">
            <a:normAutofit/>
          </a:bodyPr>
          <a:lstStyle/>
          <a:p>
            <a:pPr algn="l" indent="0" marL="0">
              <a:lnSpc>
                <a:spcPct val="115000"/>
              </a:lnSpc>
              <a:buNone/>
            </a:pPr>
            <a:r>
              <a:rPr lang="hi-IN" altLang="en-US" sz="1650" i="1" dirty="0">
                <a:solidFill>
                  <a:srgbClr val="000000"/>
                </a:solidFill>
                <a:latin typeface="Noto Sans Devanagari Medium" pitchFamily="34" charset="0"/>
                <a:ea typeface="Noto Sans Devanagari Medium" pitchFamily="34" charset="-122"/>
                <a:cs typeface="Noto Sans Devanagari Medium" pitchFamily="34" charset="-120"/>
              </a:rPr>
              <a:t>Pokémon The First Movie: Mewtwo Strikes Back</a:t>
            </a:r>
            <a:pPr algn="l" indent="0" marL="0">
              <a:lnSpc>
                <a:spcPct val="115000"/>
              </a:lnSpc>
              <a:buNone/>
            </a:pPr>
            <a:r>
              <a:rPr lang="hi-IN" altLang="en-US" sz="1650" dirty="0">
                <a:solidFill>
                  <a:srgbClr val="000000"/>
                </a:solidFill>
                <a:latin typeface="Noto Sans Devanagari Medium" pitchFamily="34" charset="0"/>
                <a:ea typeface="Noto Sans Devanagari Medium" pitchFamily="34" charset="-122"/>
                <a:cs typeface="Noto Sans Devanagari Medium" pitchFamily="34" charset="-120"/>
              </a:rPr>
              <a:t> जापान में रिलीज़ हुई।</a:t>
            </a:r>
            <a:endParaRPr lang="hi-IN" sz="1650" dirty="0"/>
          </a:p>
        </p:txBody>
      </p:sp>
      <p:sp>
        <p:nvSpPr>
          <p:cNvPr id="7" name="Text 5"/>
          <p:cNvSpPr/>
          <p:nvPr/>
        </p:nvSpPr>
        <p:spPr>
          <a:xfrm>
            <a:off x="482588" y="6134398"/>
            <a:ext cx="6832429" cy="164802"/>
          </a:xfrm>
          <a:prstGeom prst="rect">
            <a:avLst/>
          </a:prstGeom>
          <a:noFill/>
          <a:ln/>
        </p:spPr>
        <p:txBody>
          <a:bodyPr wrap="none" lIns="0" tIns="0" rIns="0" bIns="0" rtlCol="0" anchor="t"/>
          <a:lstStyle/>
          <a:p>
            <a:pPr algn="l" indent="0" marL="0">
              <a:lnSpc>
                <a:spcPct val="98000"/>
              </a:lnSpc>
              <a:buNone/>
            </a:pPr>
            <a:r>
              <a:rPr lang="hi-IN" altLang="en-US" sz="1100" spc="44" kern="100" dirty="0">
                <a:solidFill>
                  <a:srgbClr val="000000"/>
                </a:solidFill>
                <a:latin typeface="Noto Sans Devanagari Medium" pitchFamily="34" charset="0"/>
                <a:ea typeface="Noto Sans Devanagari Medium" pitchFamily="34" charset="-122"/>
                <a:cs typeface="Noto Sans Devanagari Medium" pitchFamily="34" charset="-120"/>
              </a:rPr>
              <a:t>ANIME की दुनिया · बड़े पर्दे का SCALE</a:t>
            </a:r>
            <a:endParaRPr lang="hi-IN" sz="1100" dirty="0"/>
          </a:p>
        </p:txBody>
      </p:sp>
      <p:pic>
        <p:nvPicPr>
          <p:cNvPr id="8" name="Image 0" descr="preencoded.png">    </p:cNvPr>
          <p:cNvPicPr>
            <a:picLocks noChangeAspect="1"/>
          </p:cNvPicPr>
          <p:nvPr/>
        </p:nvPicPr>
        <p:blipFill>
          <a:blip r:embed="rId1"/>
          <a:stretch>
            <a:fillRect/>
          </a:stretch>
        </p:blipFill>
        <p:spPr>
          <a:xfrm>
            <a:off x="7315017" y="0"/>
            <a:ext cx="4876678" cy="6858000"/>
          </a:xfrm>
          <a:prstGeom prst="rect">
            <a:avLst/>
          </a:prstGeom>
        </p:spPr>
      </p:pic>
      <p:sp>
        <p:nvSpPr>
          <p:cNvPr id="9" name="Text 6"/>
          <p:cNvSpPr/>
          <p:nvPr/>
        </p:nvSpPr>
        <p:spPr>
          <a:xfrm>
            <a:off x="10085135" y="6413500"/>
            <a:ext cx="2106560" cy="289123"/>
          </a:xfrm>
          <a:prstGeom prst="rect">
            <a:avLst/>
          </a:prstGeom>
          <a:noFill/>
          <a:ln/>
        </p:spPr>
        <p:txBody>
          <a:bodyPr wrap="none" lIns="0" tIns="0" rIns="0" bIns="0" rtlCol="0" anchor="t"/>
          <a:lstStyle/>
          <a:p>
            <a:pPr algn="l" indent="0" marL="0">
              <a:lnSpc>
                <a:spcPct val="115000"/>
              </a:lnSpc>
              <a:buNone/>
            </a:pPr>
            <a:r>
              <a:rPr lang="en-US" sz="10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57200"/>
            <a:ext cx="11734506"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B8F03A"/>
                </a:solidFill>
                <a:latin typeface="Noto Sans Devanagari Medium" pitchFamily="34" charset="0"/>
                <a:ea typeface="Noto Sans Devanagari Medium" pitchFamily="34" charset="-122"/>
                <a:cs typeface="Noto Sans Devanagari Medium" pitchFamily="34" charset="-120"/>
              </a:rPr>
              <a:t>अमेरिका · प्रवेश की रणनीति</a:t>
            </a:r>
            <a:endParaRPr lang="hi-IN" sz="1150" dirty="0"/>
          </a:p>
        </p:txBody>
      </p:sp>
      <p:sp>
        <p:nvSpPr>
          <p:cNvPr id="3" name="Text 1"/>
          <p:cNvSpPr/>
          <p:nvPr/>
        </p:nvSpPr>
        <p:spPr>
          <a:xfrm>
            <a:off x="457189" y="742220"/>
            <a:ext cx="11277318" cy="596602"/>
          </a:xfrm>
          <a:prstGeom prst="rect">
            <a:avLst/>
          </a:prstGeom>
          <a:noFill/>
          <a:ln/>
        </p:spPr>
        <p:txBody>
          <a:bodyPr wrap="none" lIns="0" tIns="0" rIns="0" bIns="0" rtlCol="0" anchor="t"/>
          <a:lstStyle/>
          <a:p>
            <a:pPr algn="l" indent="0" marL="0">
              <a:lnSpc>
                <a:spcPct val="68000"/>
              </a:lnSpc>
              <a:buNone/>
            </a:pPr>
            <a:r>
              <a:rPr lang="hi-IN" altLang="en-US" sz="5800" spc="-116" kern="100" dirty="0">
                <a:solidFill>
                  <a:srgbClr val="FBF1E4"/>
                </a:solidFill>
                <a:latin typeface="Noto Sans Devanagari ExtraBold" pitchFamily="34" charset="0"/>
                <a:ea typeface="Noto Sans Devanagari ExtraBold" pitchFamily="34" charset="-122"/>
                <a:cs typeface="Noto Sans Devanagari ExtraBold" pitchFamily="34" charset="-120"/>
              </a:rPr>
              <a:t>अमेरिका में प्रवेश की अलग रणनीति</a:t>
            </a:r>
            <a:endParaRPr lang="hi-IN" sz="5800" dirty="0"/>
          </a:p>
        </p:txBody>
      </p:sp>
      <p:sp>
        <p:nvSpPr>
          <p:cNvPr id="4" name="Text 2"/>
          <p:cNvSpPr/>
          <p:nvPr/>
        </p:nvSpPr>
        <p:spPr>
          <a:xfrm>
            <a:off x="457189" y="1518146"/>
            <a:ext cx="11277318"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पहले anime के ज़रिए दर्शक बनाए गए, फिर games और Trading Card Game पेश किए गए। Characters और story नए बाज़ारों का entry point बने।</a:t>
            </a:r>
            <a:endParaRPr lang="hi-IN" sz="1650" dirty="0"/>
          </a:p>
        </p:txBody>
      </p:sp>
      <p:sp>
        <p:nvSpPr>
          <p:cNvPr id="5" name="Shape 3"/>
          <p:cNvSpPr/>
          <p:nvPr/>
        </p:nvSpPr>
        <p:spPr>
          <a:xfrm>
            <a:off x="457189" y="2324993"/>
            <a:ext cx="3454314" cy="4075807"/>
          </a:xfrm>
          <a:prstGeom prst="rect">
            <a:avLst/>
          </a:prstGeom>
          <a:solidFill>
            <a:srgbClr val="F7EEDD"/>
          </a:solidFill>
          <a:ln/>
        </p:spPr>
      </p:sp>
      <p:sp>
        <p:nvSpPr>
          <p:cNvPr id="6" name="Text 4"/>
          <p:cNvSpPr/>
          <p:nvPr/>
        </p:nvSpPr>
        <p:spPr>
          <a:xfrm>
            <a:off x="685783" y="2553593"/>
            <a:ext cx="844727" cy="209550"/>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Noto Sans Devanagari SemiBold" pitchFamily="34" charset="0"/>
                <a:ea typeface="Noto Sans Devanagari SemiBold" pitchFamily="34" charset="-122"/>
                <a:cs typeface="Noto Sans Devanagari SemiBold" pitchFamily="34" charset="-120"/>
              </a:rPr>
              <a:t>01</a:t>
            </a:r>
            <a:endParaRPr lang="en-US" sz="1650" dirty="0"/>
          </a:p>
        </p:txBody>
      </p:sp>
      <p:sp>
        <p:nvSpPr>
          <p:cNvPr id="7" name="Shape 5"/>
          <p:cNvSpPr/>
          <p:nvPr/>
        </p:nvSpPr>
        <p:spPr>
          <a:xfrm>
            <a:off x="685783" y="2846983"/>
            <a:ext cx="2997125" cy="19050"/>
          </a:xfrm>
          <a:prstGeom prst="rect">
            <a:avLst/>
          </a:prstGeom>
          <a:solidFill>
            <a:srgbClr val="2F5BFF"/>
          </a:solidFill>
          <a:ln/>
        </p:spPr>
      </p:sp>
      <p:sp>
        <p:nvSpPr>
          <p:cNvPr id="8" name="Text 6"/>
          <p:cNvSpPr/>
          <p:nvPr/>
        </p:nvSpPr>
        <p:spPr>
          <a:xfrm>
            <a:off x="685783" y="2991743"/>
            <a:ext cx="2997125"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000000"/>
                </a:solidFill>
                <a:latin typeface="Noto Sans Devanagari Bold" pitchFamily="34" charset="0"/>
                <a:ea typeface="Noto Sans Devanagari Bold" pitchFamily="34" charset="-122"/>
                <a:cs typeface="Noto Sans Devanagari Bold" pitchFamily="34" charset="-120"/>
              </a:rPr>
              <a:t>पहले anime</a:t>
            </a:r>
            <a:endParaRPr lang="hi-IN" sz="2600" dirty="0"/>
          </a:p>
        </p:txBody>
      </p:sp>
      <p:sp>
        <p:nvSpPr>
          <p:cNvPr id="9" name="Text 7"/>
          <p:cNvSpPr/>
          <p:nvPr/>
        </p:nvSpPr>
        <p:spPr>
          <a:xfrm>
            <a:off x="685783" y="3504109"/>
            <a:ext cx="2997125"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000000"/>
                </a:solidFill>
                <a:latin typeface="Noto Sans Devanagari Medium" pitchFamily="34" charset="0"/>
                <a:ea typeface="Noto Sans Devanagari Medium" pitchFamily="34" charset="-122"/>
                <a:cs typeface="Noto Sans Devanagari Medium" pitchFamily="34" charset="-120"/>
              </a:rPr>
              <a:t>दर्शकों ने characters और उनकी कहानी से connection बनाया।</a:t>
            </a:r>
            <a:endParaRPr lang="hi-IN" sz="1650" dirty="0"/>
          </a:p>
        </p:txBody>
      </p:sp>
      <p:sp>
        <p:nvSpPr>
          <p:cNvPr id="10" name="Shape 8"/>
          <p:cNvSpPr/>
          <p:nvPr/>
        </p:nvSpPr>
        <p:spPr>
          <a:xfrm>
            <a:off x="4368691" y="2324993"/>
            <a:ext cx="3454314" cy="4075807"/>
          </a:xfrm>
          <a:prstGeom prst="rect">
            <a:avLst/>
          </a:prstGeom>
          <a:solidFill>
            <a:srgbClr val="F7EEDD"/>
          </a:solidFill>
          <a:ln/>
        </p:spPr>
      </p:sp>
      <p:sp>
        <p:nvSpPr>
          <p:cNvPr id="11" name="Text 9"/>
          <p:cNvSpPr/>
          <p:nvPr/>
        </p:nvSpPr>
        <p:spPr>
          <a:xfrm>
            <a:off x="4597285" y="2553593"/>
            <a:ext cx="844727" cy="209550"/>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Noto Sans Devanagari SemiBold" pitchFamily="34" charset="0"/>
                <a:ea typeface="Noto Sans Devanagari SemiBold" pitchFamily="34" charset="-122"/>
                <a:cs typeface="Noto Sans Devanagari SemiBold" pitchFamily="34" charset="-120"/>
              </a:rPr>
              <a:t>02</a:t>
            </a:r>
            <a:endParaRPr lang="en-US" sz="1650" dirty="0"/>
          </a:p>
        </p:txBody>
      </p:sp>
      <p:sp>
        <p:nvSpPr>
          <p:cNvPr id="12" name="Shape 10"/>
          <p:cNvSpPr/>
          <p:nvPr/>
        </p:nvSpPr>
        <p:spPr>
          <a:xfrm>
            <a:off x="4597285" y="2846983"/>
            <a:ext cx="2997125" cy="19050"/>
          </a:xfrm>
          <a:prstGeom prst="rect">
            <a:avLst/>
          </a:prstGeom>
          <a:solidFill>
            <a:srgbClr val="2F5BFF"/>
          </a:solidFill>
          <a:ln/>
        </p:spPr>
      </p:sp>
      <p:sp>
        <p:nvSpPr>
          <p:cNvPr id="13" name="Text 11"/>
          <p:cNvSpPr/>
          <p:nvPr/>
        </p:nvSpPr>
        <p:spPr>
          <a:xfrm>
            <a:off x="4597285" y="2991743"/>
            <a:ext cx="2997125"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000000"/>
                </a:solidFill>
                <a:latin typeface="Noto Sans Devanagari Bold" pitchFamily="34" charset="0"/>
                <a:ea typeface="Noto Sans Devanagari Bold" pitchFamily="34" charset="-122"/>
                <a:cs typeface="Noto Sans Devanagari Bold" pitchFamily="34" charset="-120"/>
              </a:rPr>
              <a:t>फिर games</a:t>
            </a:r>
            <a:endParaRPr lang="hi-IN" sz="2600" dirty="0"/>
          </a:p>
        </p:txBody>
      </p:sp>
      <p:sp>
        <p:nvSpPr>
          <p:cNvPr id="14" name="Text 12"/>
          <p:cNvSpPr/>
          <p:nvPr/>
        </p:nvSpPr>
        <p:spPr>
          <a:xfrm>
            <a:off x="4597285" y="3504109"/>
            <a:ext cx="2997125"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000000"/>
                </a:solidFill>
                <a:latin typeface="Noto Sans Devanagari Medium" pitchFamily="34" charset="0"/>
                <a:ea typeface="Noto Sans Devanagari Medium" pitchFamily="34" charset="-122"/>
                <a:cs typeface="Noto Sans Devanagari Medium" pitchFamily="34" charset="-120"/>
              </a:rPr>
              <a:t>दर्शक उसी दुनिया में खुद खेलने और खोजने लगे।</a:t>
            </a:r>
            <a:endParaRPr lang="hi-IN" sz="1650" dirty="0"/>
          </a:p>
        </p:txBody>
      </p:sp>
      <p:sp>
        <p:nvSpPr>
          <p:cNvPr id="15" name="Shape 13"/>
          <p:cNvSpPr/>
          <p:nvPr/>
        </p:nvSpPr>
        <p:spPr>
          <a:xfrm>
            <a:off x="8280193" y="2324993"/>
            <a:ext cx="3454314" cy="4075807"/>
          </a:xfrm>
          <a:prstGeom prst="rect">
            <a:avLst/>
          </a:prstGeom>
          <a:solidFill>
            <a:srgbClr val="F7EEDD"/>
          </a:solidFill>
          <a:ln/>
        </p:spPr>
      </p:sp>
      <p:sp>
        <p:nvSpPr>
          <p:cNvPr id="16" name="Text 14"/>
          <p:cNvSpPr/>
          <p:nvPr/>
        </p:nvSpPr>
        <p:spPr>
          <a:xfrm>
            <a:off x="8508787" y="2553593"/>
            <a:ext cx="844727" cy="209550"/>
          </a:xfrm>
          <a:prstGeom prst="rect">
            <a:avLst/>
          </a:prstGeom>
          <a:noFill/>
          <a:ln/>
        </p:spPr>
        <p:txBody>
          <a:bodyPr wrap="none" lIns="0" tIns="0" rIns="0" bIns="0" rtlCol="0" anchor="t"/>
          <a:lstStyle/>
          <a:p>
            <a:pPr algn="l" indent="0" marL="0">
              <a:lnSpc>
                <a:spcPct val="83000"/>
              </a:lnSpc>
              <a:buNone/>
            </a:pPr>
            <a:r>
              <a:rPr lang="en-US" sz="1650" dirty="0">
                <a:solidFill>
                  <a:srgbClr val="000000"/>
                </a:solidFill>
                <a:latin typeface="Noto Sans Devanagari SemiBold" pitchFamily="34" charset="0"/>
                <a:ea typeface="Noto Sans Devanagari SemiBold" pitchFamily="34" charset="-122"/>
                <a:cs typeface="Noto Sans Devanagari SemiBold" pitchFamily="34" charset="-120"/>
              </a:rPr>
              <a:t>03</a:t>
            </a:r>
            <a:endParaRPr lang="en-US" sz="1650" dirty="0"/>
          </a:p>
        </p:txBody>
      </p:sp>
      <p:sp>
        <p:nvSpPr>
          <p:cNvPr id="17" name="Shape 15"/>
          <p:cNvSpPr/>
          <p:nvPr/>
        </p:nvSpPr>
        <p:spPr>
          <a:xfrm>
            <a:off x="8508787" y="2846983"/>
            <a:ext cx="2997125" cy="19050"/>
          </a:xfrm>
          <a:prstGeom prst="rect">
            <a:avLst/>
          </a:prstGeom>
          <a:solidFill>
            <a:srgbClr val="2F5BFF"/>
          </a:solidFill>
          <a:ln/>
        </p:spPr>
      </p:sp>
      <p:sp>
        <p:nvSpPr>
          <p:cNvPr id="18" name="Text 16"/>
          <p:cNvSpPr/>
          <p:nvPr/>
        </p:nvSpPr>
        <p:spPr>
          <a:xfrm>
            <a:off x="8508787" y="2991743"/>
            <a:ext cx="2997125" cy="363141"/>
          </a:xfrm>
          <a:prstGeom prst="rect">
            <a:avLst/>
          </a:prstGeom>
          <a:noFill/>
          <a:ln/>
        </p:spPr>
        <p:txBody>
          <a:bodyPr wrap="none" lIns="0" tIns="0" rIns="0" bIns="0" rtlCol="0" anchor="t"/>
          <a:lstStyle/>
          <a:p>
            <a:pPr algn="l" indent="0" marL="0">
              <a:lnSpc>
                <a:spcPct val="92000"/>
              </a:lnSpc>
              <a:buNone/>
            </a:pPr>
            <a:r>
              <a:rPr lang="hi-IN" altLang="en-US" sz="2600" b="1" spc="-26" kern="100" dirty="0">
                <a:solidFill>
                  <a:srgbClr val="000000"/>
                </a:solidFill>
                <a:latin typeface="Noto Sans Devanagari Bold" pitchFamily="34" charset="0"/>
                <a:ea typeface="Noto Sans Devanagari Bold" pitchFamily="34" charset="-122"/>
                <a:cs typeface="Noto Sans Devanagari Bold" pitchFamily="34" charset="-120"/>
              </a:rPr>
              <a:t>फिर cards</a:t>
            </a:r>
            <a:endParaRPr lang="hi-IN" sz="2600" dirty="0"/>
          </a:p>
        </p:txBody>
      </p:sp>
      <p:sp>
        <p:nvSpPr>
          <p:cNvPr id="19" name="Text 17"/>
          <p:cNvSpPr/>
          <p:nvPr/>
        </p:nvSpPr>
        <p:spPr>
          <a:xfrm>
            <a:off x="8508787" y="3504109"/>
            <a:ext cx="2997125"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000000"/>
                </a:solidFill>
                <a:latin typeface="Noto Sans Devanagari Medium" pitchFamily="34" charset="0"/>
                <a:ea typeface="Noto Sans Devanagari Medium" pitchFamily="34" charset="-122"/>
                <a:cs typeface="Noto Sans Devanagari Medium" pitchFamily="34" charset="-120"/>
              </a:rPr>
              <a:t>Collection और exchange ने fandom को हाथों में ला दिया।</a:t>
            </a:r>
            <a:endParaRPr lang="hi-IN" sz="1650" dirty="0"/>
          </a:p>
        </p:txBody>
      </p:sp>
      <p:sp>
        <p:nvSpPr>
          <p:cNvPr id="20" name="Text 18"/>
          <p:cNvSpPr/>
          <p:nvPr/>
        </p:nvSpPr>
        <p:spPr>
          <a:xfrm>
            <a:off x="10085135" y="6413500"/>
            <a:ext cx="2106560" cy="289123"/>
          </a:xfrm>
          <a:prstGeom prst="rect">
            <a:avLst/>
          </a:prstGeom>
          <a:noFill/>
          <a:ln/>
        </p:spPr>
        <p:txBody>
          <a:bodyPr wrap="none" lIns="0" tIns="0" rIns="0" bIns="0" rtlCol="0" anchor="t"/>
          <a:lstStyle/>
          <a:p>
            <a:pPr algn="l" indent="0" marL="0">
              <a:lnSpc>
                <a:spcPct val="115000"/>
              </a:lnSpc>
              <a:buNone/>
            </a:pPr>
            <a:r>
              <a:rPr lang="en-US" sz="10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57200"/>
            <a:ext cx="11734506"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B8F03A"/>
                </a:solidFill>
                <a:latin typeface="Noto Sans Devanagari Medium" pitchFamily="34" charset="0"/>
                <a:ea typeface="Noto Sans Devanagari Medium" pitchFamily="34" charset="-122"/>
                <a:cs typeface="Noto Sans Devanagari Medium" pitchFamily="34" charset="-120"/>
              </a:rPr>
              <a:t>स्थानीय रूप, साझा भावना</a:t>
            </a:r>
            <a:endParaRPr lang="hi-IN" sz="1150" dirty="0"/>
          </a:p>
        </p:txBody>
      </p:sp>
      <p:sp>
        <p:nvSpPr>
          <p:cNvPr id="3" name="Text 1"/>
          <p:cNvSpPr/>
          <p:nvPr/>
        </p:nvSpPr>
        <p:spPr>
          <a:xfrm>
            <a:off x="457189" y="742220"/>
            <a:ext cx="11277318" cy="596602"/>
          </a:xfrm>
          <a:prstGeom prst="rect">
            <a:avLst/>
          </a:prstGeom>
          <a:noFill/>
          <a:ln/>
        </p:spPr>
        <p:txBody>
          <a:bodyPr wrap="none" lIns="0" tIns="0" rIns="0" bIns="0" rtlCol="0" anchor="t"/>
          <a:lstStyle/>
          <a:p>
            <a:pPr algn="l" indent="0" marL="0">
              <a:lnSpc>
                <a:spcPct val="68000"/>
              </a:lnSpc>
              <a:buNone/>
            </a:pPr>
            <a:r>
              <a:rPr lang="hi-IN" altLang="en-US" sz="5800" spc="-116" kern="100" dirty="0">
                <a:solidFill>
                  <a:srgbClr val="FBF1E4"/>
                </a:solidFill>
                <a:latin typeface="Noto Sans Devanagari ExtraBold" pitchFamily="34" charset="0"/>
                <a:ea typeface="Noto Sans Devanagari ExtraBold" pitchFamily="34" charset="-122"/>
                <a:cs typeface="Noto Sans Devanagari ExtraBold" pitchFamily="34" charset="-120"/>
              </a:rPr>
              <a:t>एक जापानी idea, एक वैश्विक भाषा</a:t>
            </a:r>
            <a:endParaRPr lang="hi-IN" sz="5800" dirty="0"/>
          </a:p>
        </p:txBody>
      </p:sp>
      <p:sp>
        <p:nvSpPr>
          <p:cNvPr id="4" name="Text 2"/>
          <p:cNvSpPr/>
          <p:nvPr/>
        </p:nvSpPr>
        <p:spPr>
          <a:xfrm>
            <a:off x="457189" y="1518146"/>
            <a:ext cx="11734506" cy="289123"/>
          </a:xfrm>
          <a:prstGeom prst="rect">
            <a:avLst/>
          </a:prstGeom>
          <a:noFill/>
          <a:ln/>
        </p:spPr>
        <p:txBody>
          <a:bodyPr wrap="none" lIns="0" tIns="0" rIns="0" bIns="0" rtlCol="0" anchor="t"/>
          <a:lstStyle/>
          <a:p>
            <a:pPr algn="l" indent="0" marL="0">
              <a:lnSpc>
                <a:spcPct val="115000"/>
              </a:lnSpc>
              <a:buNone/>
            </a:pPr>
            <a:r>
              <a:rPr lang="hi-IN" altLang="en-US" sz="1650" dirty="0">
                <a:solidFill>
                  <a:srgbClr val="F0E2D6"/>
                </a:solidFill>
                <a:latin typeface="Noto Sans Devanagari Medium" pitchFamily="34" charset="0"/>
                <a:ea typeface="Noto Sans Devanagari Medium" pitchFamily="34" charset="-122"/>
                <a:cs typeface="Noto Sans Devanagari Medium" pitchFamily="34" charset="-120"/>
              </a:rPr>
              <a:t>Pokémon यूरोप, लैटिन अमेरिका, ओशिआनिया और एशिया तक पहुँचा। भाषा और संस्कृति बदलने पर भी खोज और दोस्ती का core बना रहा।</a:t>
            </a:r>
            <a:endParaRPr lang="hi-IN" sz="1650" dirty="0"/>
          </a:p>
        </p:txBody>
      </p:sp>
      <p:pic>
        <p:nvPicPr>
          <p:cNvPr id="5" name="Image 0" descr="preencoded.png">    </p:cNvPr>
          <p:cNvPicPr>
            <a:picLocks noChangeAspect="1"/>
          </p:cNvPicPr>
          <p:nvPr/>
        </p:nvPicPr>
        <p:blipFill>
          <a:blip r:embed="rId1"/>
          <a:stretch>
            <a:fillRect/>
          </a:stretch>
        </p:blipFill>
        <p:spPr>
          <a:xfrm>
            <a:off x="457189" y="2010470"/>
            <a:ext cx="5757123" cy="3238401"/>
          </a:xfrm>
          <a:prstGeom prst="rect">
            <a:avLst/>
          </a:prstGeom>
        </p:spPr>
      </p:pic>
      <p:sp>
        <p:nvSpPr>
          <p:cNvPr id="6" name="Text 3"/>
          <p:cNvSpPr/>
          <p:nvPr/>
        </p:nvSpPr>
        <p:spPr>
          <a:xfrm>
            <a:off x="10085135" y="6413500"/>
            <a:ext cx="2106560" cy="289123"/>
          </a:xfrm>
          <a:prstGeom prst="rect">
            <a:avLst/>
          </a:prstGeom>
          <a:noFill/>
          <a:ln/>
        </p:spPr>
        <p:txBody>
          <a:bodyPr wrap="none" lIns="0" tIns="0" rIns="0" bIns="0" rtlCol="0" anchor="t"/>
          <a:lstStyle/>
          <a:p>
            <a:pPr algn="l" indent="0" marL="0">
              <a:lnSpc>
                <a:spcPct val="115000"/>
              </a:lnSpc>
              <a:buNone/>
            </a:pPr>
            <a:r>
              <a:rPr lang="en-US" sz="10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85783" y="914400"/>
            <a:ext cx="7873803" cy="4978400"/>
          </a:xfrm>
          <a:prstGeom prst="roundRect">
            <a:avLst>
              <a:gd name="adj" fmla="val 631"/>
            </a:avLst>
          </a:prstGeom>
          <a:solidFill>
            <a:srgbClr val="3A0C17"/>
          </a:solidFill>
          <a:ln/>
        </p:spPr>
      </p:sp>
      <p:sp>
        <p:nvSpPr>
          <p:cNvPr id="3" name="Text 1"/>
          <p:cNvSpPr/>
          <p:nvPr/>
        </p:nvSpPr>
        <p:spPr>
          <a:xfrm>
            <a:off x="1142971" y="1295400"/>
            <a:ext cx="7569011" cy="172244"/>
          </a:xfrm>
          <a:prstGeom prst="rect">
            <a:avLst/>
          </a:prstGeom>
          <a:noFill/>
          <a:ln/>
        </p:spPr>
        <p:txBody>
          <a:bodyPr wrap="none" lIns="0" tIns="0" rIns="0" bIns="0" rtlCol="0" anchor="t"/>
          <a:lstStyle/>
          <a:p>
            <a:pPr algn="l" indent="0" marL="0">
              <a:lnSpc>
                <a:spcPct val="98000"/>
              </a:lnSpc>
              <a:buNone/>
            </a:pPr>
            <a:r>
              <a:rPr lang="hi-IN" altLang="en-US" sz="1150" spc="69" kern="100" dirty="0">
                <a:solidFill>
                  <a:srgbClr val="FFFFFF"/>
                </a:solidFill>
                <a:latin typeface="Noto Sans Devanagari Medium" pitchFamily="34" charset="0"/>
                <a:ea typeface="Noto Sans Devanagari Medium" pitchFamily="34" charset="-122"/>
                <a:cs typeface="Noto Sans Devanagari Medium" pitchFamily="34" charset="-120"/>
              </a:rPr>
              <a:t>अंतिम फ्रेम</a:t>
            </a:r>
            <a:endParaRPr lang="hi-IN" sz="1150" dirty="0"/>
          </a:p>
        </p:txBody>
      </p:sp>
      <p:sp>
        <p:nvSpPr>
          <p:cNvPr id="4" name="Text 2"/>
          <p:cNvSpPr/>
          <p:nvPr/>
        </p:nvSpPr>
        <p:spPr>
          <a:xfrm>
            <a:off x="1142971" y="1598898"/>
            <a:ext cx="6959426" cy="2653903"/>
          </a:xfrm>
          <a:prstGeom prst="rect">
            <a:avLst/>
          </a:prstGeom>
          <a:noFill/>
          <a:ln/>
        </p:spPr>
        <p:txBody>
          <a:bodyPr wrap="square" lIns="0" tIns="0" rIns="0" bIns="0" rtlCol="0" anchor="t">
            <a:normAutofit/>
          </a:bodyPr>
          <a:lstStyle/>
          <a:p>
            <a:pPr algn="l" indent="0" marL="0">
              <a:lnSpc>
                <a:spcPct val="67000"/>
              </a:lnSpc>
              <a:buNone/>
            </a:pPr>
            <a:r>
              <a:rPr lang="hi-IN" altLang="en-US" sz="8600" spc="-172" kern="100" dirty="0">
                <a:solidFill>
                  <a:srgbClr val="FFFFFF"/>
                </a:solidFill>
                <a:latin typeface="Noto Sans Devanagari ExtraBold" pitchFamily="34" charset="0"/>
                <a:ea typeface="Noto Sans Devanagari ExtraBold" pitchFamily="34" charset="-122"/>
                <a:cs typeface="Noto Sans Devanagari ExtraBold" pitchFamily="34" charset="-120"/>
              </a:rPr>
              <a:t>क्षेत्र बदलते हैं,</a:t>
            </a:r>
            <a:endParaRPr lang="hi-IN" sz="8600" dirty="0"/>
          </a:p>
          <a:p>
            <a:pPr algn="l" indent="0" marL="0">
              <a:lnSpc>
                <a:spcPct val="67000"/>
              </a:lnSpc>
              <a:buNone/>
            </a:pPr>
            <a:r>
              <a:rPr lang="hi-IN" altLang="en-US" sz="8600" spc="-172" kern="100" dirty="0">
                <a:solidFill>
                  <a:srgbClr val="B8F03A"/>
                </a:solidFill>
                <a:latin typeface="Noto Sans Devanagari ExtraBold" pitchFamily="34" charset="0"/>
                <a:ea typeface="Noto Sans Devanagari ExtraBold" pitchFamily="34" charset="-122"/>
                <a:cs typeface="Noto Sans Devanagari ExtraBold" pitchFamily="34" charset="-120"/>
              </a:rPr>
              <a:t>adventure जारी रहता है</a:t>
            </a:r>
            <a:endParaRPr lang="hi-IN" sz="8600" dirty="0"/>
          </a:p>
        </p:txBody>
      </p:sp>
      <p:sp>
        <p:nvSpPr>
          <p:cNvPr id="5" name="Text 3"/>
          <p:cNvSpPr/>
          <p:nvPr/>
        </p:nvSpPr>
        <p:spPr>
          <a:xfrm>
            <a:off x="1142971" y="4413647"/>
            <a:ext cx="6959426" cy="578247"/>
          </a:xfrm>
          <a:prstGeom prst="rect">
            <a:avLst/>
          </a:prstGeom>
          <a:noFill/>
          <a:ln/>
        </p:spPr>
        <p:txBody>
          <a:bodyPr wrap="square" lIns="0" tIns="0" rIns="0" bIns="0" rtlCol="0" anchor="t">
            <a:normAutofit/>
          </a:bodyPr>
          <a:lstStyle/>
          <a:p>
            <a:pPr algn="l" indent="0" marL="0">
              <a:lnSpc>
                <a:spcPct val="115000"/>
              </a:lnSpc>
              <a:buNone/>
            </a:pPr>
            <a:r>
              <a:rPr lang="hi-IN" altLang="en-US" sz="1650" dirty="0">
                <a:solidFill>
                  <a:srgbClr val="FFFFFF"/>
                </a:solidFill>
                <a:latin typeface="Noto Sans Devanagari Medium" pitchFamily="34" charset="0"/>
                <a:ea typeface="Noto Sans Devanagari Medium" pitchFamily="34" charset="-122"/>
                <a:cs typeface="Noto Sans Devanagari Medium" pitchFamily="34" charset="-120"/>
              </a:rPr>
              <a:t>हर region नए landscapes, creatures, rivals और rules लाता है। इसी बदलाव में पुरानी यादें और नया discovery experience साथ बने रहते हैं।</a:t>
            </a:r>
            <a:endParaRPr lang="hi-IN" sz="1650" dirty="0"/>
          </a:p>
        </p:txBody>
      </p:sp>
      <p:sp>
        <p:nvSpPr>
          <p:cNvPr id="6" name="Shape 4"/>
          <p:cNvSpPr/>
          <p:nvPr/>
        </p:nvSpPr>
        <p:spPr>
          <a:xfrm>
            <a:off x="1142971" y="5231606"/>
            <a:ext cx="2296559" cy="38100"/>
          </a:xfrm>
          <a:prstGeom prst="roundRect">
            <a:avLst>
              <a:gd name="adj" fmla="val 49999"/>
            </a:avLst>
          </a:prstGeom>
          <a:solidFill>
            <a:srgbClr val="2F5BFF"/>
          </a:solidFill>
          <a:ln/>
        </p:spPr>
      </p:sp>
      <p:sp>
        <p:nvSpPr>
          <p:cNvPr id="7" name="Text 5"/>
          <p:cNvSpPr/>
          <p:nvPr/>
        </p:nvSpPr>
        <p:spPr>
          <a:xfrm>
            <a:off x="1142971" y="5509419"/>
            <a:ext cx="7569011" cy="164802"/>
          </a:xfrm>
          <a:prstGeom prst="rect">
            <a:avLst/>
          </a:prstGeom>
          <a:noFill/>
          <a:ln/>
        </p:spPr>
        <p:txBody>
          <a:bodyPr wrap="none" lIns="0" tIns="0" rIns="0" bIns="0" rtlCol="0" anchor="t"/>
          <a:lstStyle/>
          <a:p>
            <a:pPr algn="l" indent="0" marL="0">
              <a:lnSpc>
                <a:spcPct val="98000"/>
              </a:lnSpc>
              <a:buNone/>
            </a:pPr>
            <a:r>
              <a:rPr lang="en-US" sz="1100" spc="110" kern="100" dirty="0">
                <a:solidFill>
                  <a:srgbClr val="FFFFFF"/>
                </a:solidFill>
                <a:latin typeface="Noto Sans Devanagari Medium" pitchFamily="34" charset="0"/>
                <a:ea typeface="Noto Sans Devanagari Medium" pitchFamily="34" charset="-122"/>
                <a:cs typeface="Noto Sans Devanagari Medium" pitchFamily="34" charset="-120"/>
              </a:rPr>
              <a:t>GAME · ANIME · CARDS · CINEMA · COMMUNITY</a:t>
            </a:r>
            <a:endParaRPr lang="en-US" sz="1100" dirty="0"/>
          </a:p>
        </p:txBody>
      </p:sp>
      <p:sp>
        <p:nvSpPr>
          <p:cNvPr id="8" name="Text 6"/>
          <p:cNvSpPr/>
          <p:nvPr/>
        </p:nvSpPr>
        <p:spPr>
          <a:xfrm>
            <a:off x="10085135" y="6413500"/>
            <a:ext cx="2106560" cy="289123"/>
          </a:xfrm>
          <a:prstGeom prst="rect">
            <a:avLst/>
          </a:prstGeom>
          <a:noFill/>
          <a:ln/>
        </p:spPr>
        <p:txBody>
          <a:bodyPr wrap="none" lIns="0" tIns="0" rIns="0" bIns="0" rtlCol="0" anchor="t"/>
          <a:lstStyle/>
          <a:p>
            <a:pPr algn="l" indent="0" marL="0">
              <a:lnSpc>
                <a:spcPct val="115000"/>
              </a:lnSpc>
              <a:buNone/>
            </a:pPr>
            <a:r>
              <a:rPr lang="en-US" sz="1000" dirty="0">
                <a:solidFill>
                  <a:srgbClr val="C9A9AE"/>
                </a:solidFill>
                <a:latin typeface="Noto Sans Devanagari Medium" pitchFamily="34" charset="0"/>
                <a:ea typeface="Noto Sans Devanagari Medium" pitchFamily="34" charset="-122"/>
                <a:cs typeface="Noto Sans Devanagari Medium" pitchFamily="34" charset="-120"/>
              </a:rPr>
              <a:t>Mehzar</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2026-10-20T13:20:51Z</dcterms:created>
  <dcterms:modified xsi:type="dcterms:W3CDTF">2026-10-20T13:20:51Z</dcterms:modified>
</cp:coreProperties>
</file>